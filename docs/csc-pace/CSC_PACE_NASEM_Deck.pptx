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4" r:id="rId8"/>
    <p:sldId id="262"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A399BC-264C-4801-BD25-FF5728479D16}" v="8" dt="2026-06-10T00:56:06.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594" autoAdjust="0"/>
  </p:normalViewPr>
  <p:slideViewPr>
    <p:cSldViewPr snapToGrid="0" snapToObjects="1">
      <p:cViewPr varScale="1">
        <p:scale>
          <a:sx n="89" d="100"/>
          <a:sy n="89" d="100"/>
        </p:scale>
        <p:origin x="7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Ford" userId="a57cfa07ced0ca35" providerId="LiveId" clId="{C586EC6E-5341-44BD-AB98-112E22B4F674}"/>
    <pc:docChg chg="undo custSel addSld modSld">
      <pc:chgData name="Brian Ford" userId="a57cfa07ced0ca35" providerId="LiveId" clId="{C586EC6E-5341-44BD-AB98-112E22B4F674}" dt="2026-06-10T00:56:17.143" v="1507" actId="20577"/>
      <pc:docMkLst>
        <pc:docMk/>
      </pc:docMkLst>
      <pc:sldChg chg="modSp mod modNotesTx">
        <pc:chgData name="Brian Ford" userId="a57cfa07ced0ca35" providerId="LiveId" clId="{C586EC6E-5341-44BD-AB98-112E22B4F674}" dt="2026-06-10T00:54:19.135" v="1499" actId="6549"/>
        <pc:sldMkLst>
          <pc:docMk/>
          <pc:sldMk cId="0" sldId="256"/>
        </pc:sldMkLst>
        <pc:spChg chg="mod">
          <ac:chgData name="Brian Ford" userId="a57cfa07ced0ca35" providerId="LiveId" clId="{C586EC6E-5341-44BD-AB98-112E22B4F674}" dt="2026-06-09T20:11:44.685" v="61" actId="20577"/>
          <ac:spMkLst>
            <pc:docMk/>
            <pc:sldMk cId="0" sldId="256"/>
            <ac:spMk id="2" creationId="{00000000-0000-0000-0000-000000000000}"/>
          </ac:spMkLst>
        </pc:spChg>
        <pc:spChg chg="mod">
          <ac:chgData name="Brian Ford" userId="a57cfa07ced0ca35" providerId="LiveId" clId="{C586EC6E-5341-44BD-AB98-112E22B4F674}" dt="2026-06-09T20:12:08.913" v="154" actId="20577"/>
          <ac:spMkLst>
            <pc:docMk/>
            <pc:sldMk cId="0" sldId="256"/>
            <ac:spMk id="3" creationId="{00000000-0000-0000-0000-000000000000}"/>
          </ac:spMkLst>
        </pc:spChg>
        <pc:spChg chg="mod">
          <ac:chgData name="Brian Ford" userId="a57cfa07ced0ca35" providerId="LiveId" clId="{C586EC6E-5341-44BD-AB98-112E22B4F674}" dt="2026-06-10T00:42:53.420" v="1188" actId="20577"/>
          <ac:spMkLst>
            <pc:docMk/>
            <pc:sldMk cId="0" sldId="256"/>
            <ac:spMk id="5" creationId="{00000000-0000-0000-0000-000000000000}"/>
          </ac:spMkLst>
        </pc:spChg>
      </pc:sldChg>
      <pc:sldChg chg="addSp modSp mod modNotesTx">
        <pc:chgData name="Brian Ford" userId="a57cfa07ced0ca35" providerId="LiveId" clId="{C586EC6E-5341-44BD-AB98-112E22B4F674}" dt="2026-06-10T00:54:55.976" v="1500" actId="6549"/>
        <pc:sldMkLst>
          <pc:docMk/>
          <pc:sldMk cId="0" sldId="257"/>
        </pc:sldMkLst>
        <pc:spChg chg="mod">
          <ac:chgData name="Brian Ford" userId="a57cfa07ced0ca35" providerId="LiveId" clId="{C586EC6E-5341-44BD-AB98-112E22B4F674}" dt="2026-06-09T20:14:33.647" v="276" actId="20577"/>
          <ac:spMkLst>
            <pc:docMk/>
            <pc:sldMk cId="0" sldId="257"/>
            <ac:spMk id="2" creationId="{00000000-0000-0000-0000-000000000000}"/>
          </ac:spMkLst>
        </pc:spChg>
        <pc:spChg chg="mod">
          <ac:chgData name="Brian Ford" userId="a57cfa07ced0ca35" providerId="LiveId" clId="{C586EC6E-5341-44BD-AB98-112E22B4F674}" dt="2026-06-09T20:18:01.147" v="448" actId="1076"/>
          <ac:spMkLst>
            <pc:docMk/>
            <pc:sldMk cId="0" sldId="257"/>
            <ac:spMk id="3" creationId="{00000000-0000-0000-0000-000000000000}"/>
          </ac:spMkLst>
        </pc:spChg>
        <pc:spChg chg="mod">
          <ac:chgData name="Brian Ford" userId="a57cfa07ced0ca35" providerId="LiveId" clId="{C586EC6E-5341-44BD-AB98-112E22B4F674}" dt="2026-06-09T20:12:51.532" v="166" actId="20577"/>
          <ac:spMkLst>
            <pc:docMk/>
            <pc:sldMk cId="0" sldId="257"/>
            <ac:spMk id="4" creationId="{00000000-0000-0000-0000-000000000000}"/>
          </ac:spMkLst>
        </pc:spChg>
        <pc:graphicFrameChg chg="add mod modGraphic">
          <ac:chgData name="Brian Ford" userId="a57cfa07ced0ca35" providerId="LiveId" clId="{C586EC6E-5341-44BD-AB98-112E22B4F674}" dt="2026-06-10T00:43:22.847" v="1189" actId="26606"/>
          <ac:graphicFrameMkLst>
            <pc:docMk/>
            <pc:sldMk cId="0" sldId="257"/>
            <ac:graphicFrameMk id="18" creationId="{E5B8F58A-3AFF-6892-9899-613E71A38B7D}"/>
          </ac:graphicFrameMkLst>
        </pc:graphicFrameChg>
      </pc:sldChg>
      <pc:sldChg chg="modSp mod modNotesTx">
        <pc:chgData name="Brian Ford" userId="a57cfa07ced0ca35" providerId="LiveId" clId="{C586EC6E-5341-44BD-AB98-112E22B4F674}" dt="2026-06-10T00:55:34.687" v="1505" actId="6549"/>
        <pc:sldMkLst>
          <pc:docMk/>
          <pc:sldMk cId="0" sldId="258"/>
        </pc:sldMkLst>
        <pc:picChg chg="mod">
          <ac:chgData name="Brian Ford" userId="a57cfa07ced0ca35" providerId="LiveId" clId="{C586EC6E-5341-44BD-AB98-112E22B4F674}" dt="2026-06-10T00:55:09.338" v="1502" actId="1076"/>
          <ac:picMkLst>
            <pc:docMk/>
            <pc:sldMk cId="0" sldId="258"/>
            <ac:picMk id="3" creationId="{00000000-0000-0000-0000-000000000000}"/>
          </ac:picMkLst>
        </pc:picChg>
      </pc:sldChg>
      <pc:sldChg chg="addSp delSp modSp mod modNotesTx">
        <pc:chgData name="Brian Ford" userId="a57cfa07ced0ca35" providerId="LiveId" clId="{C586EC6E-5341-44BD-AB98-112E22B4F674}" dt="2026-06-10T00:56:17.143" v="1507" actId="20577"/>
        <pc:sldMkLst>
          <pc:docMk/>
          <pc:sldMk cId="0" sldId="259"/>
        </pc:sldMkLst>
        <pc:spChg chg="del mod">
          <ac:chgData name="Brian Ford" userId="a57cfa07ced0ca35" providerId="LiveId" clId="{C586EC6E-5341-44BD-AB98-112E22B4F674}" dt="2026-06-10T00:56:06.058" v="1506" actId="12084"/>
          <ac:spMkLst>
            <pc:docMk/>
            <pc:sldMk cId="0" sldId="259"/>
            <ac:spMk id="3" creationId="{00000000-0000-0000-0000-000000000000}"/>
          </ac:spMkLst>
        </pc:spChg>
        <pc:graphicFrameChg chg="add mod modGraphic">
          <ac:chgData name="Brian Ford" userId="a57cfa07ced0ca35" providerId="LiveId" clId="{C586EC6E-5341-44BD-AB98-112E22B4F674}" dt="2026-06-10T00:56:17.143" v="1507" actId="20577"/>
          <ac:graphicFrameMkLst>
            <pc:docMk/>
            <pc:sldMk cId="0" sldId="259"/>
            <ac:graphicFrameMk id="5" creationId="{A8802A23-0CA7-33E2-A433-FC1CF1D4FC75}"/>
          </ac:graphicFrameMkLst>
        </pc:graphicFrameChg>
        <pc:picChg chg="mod">
          <ac:chgData name="Brian Ford" userId="a57cfa07ced0ca35" providerId="LiveId" clId="{C586EC6E-5341-44BD-AB98-112E22B4F674}" dt="2026-06-10T00:44:07.659" v="1191" actId="14100"/>
          <ac:picMkLst>
            <pc:docMk/>
            <pc:sldMk cId="0" sldId="259"/>
            <ac:picMk id="4" creationId="{00000000-0000-0000-0000-000000000000}"/>
          </ac:picMkLst>
        </pc:picChg>
      </pc:sldChg>
      <pc:sldChg chg="modSp mod modNotesTx">
        <pc:chgData name="Brian Ford" userId="a57cfa07ced0ca35" providerId="LiveId" clId="{C586EC6E-5341-44BD-AB98-112E22B4F674}" dt="2026-06-10T00:42:28.435" v="1133" actId="20577"/>
        <pc:sldMkLst>
          <pc:docMk/>
          <pc:sldMk cId="0" sldId="260"/>
        </pc:sldMkLst>
        <pc:picChg chg="mod">
          <ac:chgData name="Brian Ford" userId="a57cfa07ced0ca35" providerId="LiveId" clId="{C586EC6E-5341-44BD-AB98-112E22B4F674}" dt="2026-06-09T20:20:05.104" v="455" actId="1076"/>
          <ac:picMkLst>
            <pc:docMk/>
            <pc:sldMk cId="0" sldId="260"/>
            <ac:picMk id="3" creationId="{00000000-0000-0000-0000-000000000000}"/>
          </ac:picMkLst>
        </pc:picChg>
      </pc:sldChg>
      <pc:sldChg chg="modSp mod modNotesTx">
        <pc:chgData name="Brian Ford" userId="a57cfa07ced0ca35" providerId="LiveId" clId="{C586EC6E-5341-44BD-AB98-112E22B4F674}" dt="2026-06-10T00:53:40.016" v="1498" actId="6549"/>
        <pc:sldMkLst>
          <pc:docMk/>
          <pc:sldMk cId="0" sldId="262"/>
        </pc:sldMkLst>
        <pc:graphicFrameChg chg="modGraphic">
          <ac:chgData name="Brian Ford" userId="a57cfa07ced0ca35" providerId="LiveId" clId="{C586EC6E-5341-44BD-AB98-112E22B4F674}" dt="2026-06-09T20:22:02.958" v="504" actId="20577"/>
          <ac:graphicFrameMkLst>
            <pc:docMk/>
            <pc:sldMk cId="0" sldId="262"/>
            <ac:graphicFrameMk id="8" creationId="{00000000-0000-0000-0000-000000000000}"/>
          </ac:graphicFrameMkLst>
        </pc:graphicFrameChg>
      </pc:sldChg>
      <pc:sldChg chg="modSp mod">
        <pc:chgData name="Brian Ford" userId="a57cfa07ced0ca35" providerId="LiveId" clId="{C586EC6E-5341-44BD-AB98-112E22B4F674}" dt="2026-06-09T20:25:40.060" v="665" actId="20577"/>
        <pc:sldMkLst>
          <pc:docMk/>
          <pc:sldMk cId="0" sldId="263"/>
        </pc:sldMkLst>
        <pc:spChg chg="mod">
          <ac:chgData name="Brian Ford" userId="a57cfa07ced0ca35" providerId="LiveId" clId="{C586EC6E-5341-44BD-AB98-112E22B4F674}" dt="2026-06-09T20:24:49.356" v="633" actId="20577"/>
          <ac:spMkLst>
            <pc:docMk/>
            <pc:sldMk cId="0" sldId="263"/>
            <ac:spMk id="3" creationId="{00000000-0000-0000-0000-000000000000}"/>
          </ac:spMkLst>
        </pc:spChg>
        <pc:spChg chg="mod">
          <ac:chgData name="Brian Ford" userId="a57cfa07ced0ca35" providerId="LiveId" clId="{C586EC6E-5341-44BD-AB98-112E22B4F674}" dt="2026-06-09T20:25:40.060" v="665" actId="20577"/>
          <ac:spMkLst>
            <pc:docMk/>
            <pc:sldMk cId="0" sldId="263"/>
            <ac:spMk id="4" creationId="{00000000-0000-0000-0000-000000000000}"/>
          </ac:spMkLst>
        </pc:spChg>
      </pc:sldChg>
      <pc:sldChg chg="addSp delSp modSp new mod">
        <pc:chgData name="Brian Ford" userId="a57cfa07ced0ca35" providerId="LiveId" clId="{C586EC6E-5341-44BD-AB98-112E22B4F674}" dt="2026-06-10T00:52:36.570" v="1496" actId="12100"/>
        <pc:sldMkLst>
          <pc:docMk/>
          <pc:sldMk cId="1001588007" sldId="264"/>
        </pc:sldMkLst>
        <pc:spChg chg="add del">
          <ac:chgData name="Brian Ford" userId="a57cfa07ced0ca35" providerId="LiveId" clId="{C586EC6E-5341-44BD-AB98-112E22B4F674}" dt="2026-06-10T00:19:31.896" v="668" actId="22"/>
          <ac:spMkLst>
            <pc:docMk/>
            <pc:sldMk cId="1001588007" sldId="264"/>
            <ac:spMk id="3" creationId="{6E91FFB1-795D-385B-BCB1-1CC4DB0C6ACF}"/>
          </ac:spMkLst>
        </pc:spChg>
        <pc:spChg chg="add del">
          <ac:chgData name="Brian Ford" userId="a57cfa07ced0ca35" providerId="LiveId" clId="{C586EC6E-5341-44BD-AB98-112E22B4F674}" dt="2026-06-10T00:21:25.690" v="671" actId="478"/>
          <ac:spMkLst>
            <pc:docMk/>
            <pc:sldMk cId="1001588007" sldId="264"/>
            <ac:spMk id="5" creationId="{3FB22B77-F0DF-3E15-56C0-F0200E353F72}"/>
          </ac:spMkLst>
        </pc:spChg>
        <pc:spChg chg="add mod">
          <ac:chgData name="Brian Ford" userId="a57cfa07ced0ca35" providerId="LiveId" clId="{C586EC6E-5341-44BD-AB98-112E22B4F674}" dt="2026-06-10T00:26:29.255" v="789" actId="20577"/>
          <ac:spMkLst>
            <pc:docMk/>
            <pc:sldMk cId="1001588007" sldId="264"/>
            <ac:spMk id="6" creationId="{6B4640AF-13F2-BE4E-69B9-1FF4FE6162C2}"/>
          </ac:spMkLst>
        </pc:spChg>
        <pc:spChg chg="add mod">
          <ac:chgData name="Brian Ford" userId="a57cfa07ced0ca35" providerId="LiveId" clId="{C586EC6E-5341-44BD-AB98-112E22B4F674}" dt="2026-06-10T00:21:43.293" v="672"/>
          <ac:spMkLst>
            <pc:docMk/>
            <pc:sldMk cId="1001588007" sldId="264"/>
            <ac:spMk id="7" creationId="{CF4954DD-5351-23B8-3216-98B682CF348C}"/>
          </ac:spMkLst>
        </pc:spChg>
        <pc:spChg chg="add del mod">
          <ac:chgData name="Brian Ford" userId="a57cfa07ced0ca35" providerId="LiveId" clId="{C586EC6E-5341-44BD-AB98-112E22B4F674}" dt="2026-06-10T00:52:32.035" v="1495" actId="12084"/>
          <ac:spMkLst>
            <pc:docMk/>
            <pc:sldMk cId="1001588007" sldId="264"/>
            <ac:spMk id="8" creationId="{364782CA-2950-D035-ADAD-356DE1A31D1D}"/>
          </ac:spMkLst>
        </pc:spChg>
        <pc:graphicFrameChg chg="add mod">
          <ac:chgData name="Brian Ford" userId="a57cfa07ced0ca35" providerId="LiveId" clId="{C586EC6E-5341-44BD-AB98-112E22B4F674}" dt="2026-06-10T00:52:36.570" v="1496" actId="12100"/>
          <ac:graphicFrameMkLst>
            <pc:docMk/>
            <pc:sldMk cId="1001588007" sldId="264"/>
            <ac:graphicFrameMk id="9" creationId="{134A5DE3-1140-6096-45E1-ED5FD3ED79BB}"/>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89CA46-B22B-499E-B438-F55B2972E617}" type="doc">
      <dgm:prSet loTypeId="urn:microsoft.com/office/officeart/2005/8/layout/cycle1" loCatId="cycle" qsTypeId="urn:microsoft.com/office/officeart/2005/8/quickstyle/simple1" qsCatId="simple" csTypeId="urn:microsoft.com/office/officeart/2005/8/colors/accent0_3" csCatId="mainScheme" phldr="1"/>
      <dgm:spPr/>
      <dgm:t>
        <a:bodyPr/>
        <a:lstStyle/>
        <a:p>
          <a:endParaRPr lang="en-US"/>
        </a:p>
      </dgm:t>
    </dgm:pt>
    <dgm:pt modelId="{7B1F166D-AB14-4F85-9ABD-1F17FEA343BC}">
      <dgm:prSet phldrT="[Text]" phldr="0"/>
      <dgm:spPr/>
      <dgm:t>
        <a:bodyPr/>
        <a:lstStyle/>
        <a:p>
          <a:r>
            <a:rPr lang="en-US" dirty="0"/>
            <a:t>Identify hazards</a:t>
          </a:r>
        </a:p>
      </dgm:t>
    </dgm:pt>
    <dgm:pt modelId="{339ECAF3-0BF6-4D7C-9BA6-C1467DBF33CE}" type="parTrans" cxnId="{E1D5B26D-236A-43FE-AF30-E08259E93406}">
      <dgm:prSet/>
      <dgm:spPr/>
      <dgm:t>
        <a:bodyPr/>
        <a:lstStyle/>
        <a:p>
          <a:endParaRPr lang="en-US"/>
        </a:p>
      </dgm:t>
    </dgm:pt>
    <dgm:pt modelId="{653A2F9D-96AB-4E58-8877-5452792B30C9}" type="sibTrans" cxnId="{E1D5B26D-236A-43FE-AF30-E08259E93406}">
      <dgm:prSet/>
      <dgm:spPr/>
      <dgm:t>
        <a:bodyPr/>
        <a:lstStyle/>
        <a:p>
          <a:endParaRPr lang="en-US"/>
        </a:p>
      </dgm:t>
    </dgm:pt>
    <dgm:pt modelId="{009DD52A-3F56-40CC-A946-CB47C03A01E8}">
      <dgm:prSet phldrT="[Text]" phldr="0"/>
      <dgm:spPr/>
      <dgm:t>
        <a:bodyPr/>
        <a:lstStyle/>
        <a:p>
          <a:r>
            <a:rPr lang="en-US" dirty="0"/>
            <a:t>Assess hazards</a:t>
          </a:r>
        </a:p>
      </dgm:t>
    </dgm:pt>
    <dgm:pt modelId="{E04F75DA-9D3A-40BF-92D2-0E78331EEB11}" type="parTrans" cxnId="{4FAEE3B3-7551-47C6-A151-2E092E2E5403}">
      <dgm:prSet/>
      <dgm:spPr/>
      <dgm:t>
        <a:bodyPr/>
        <a:lstStyle/>
        <a:p>
          <a:endParaRPr lang="en-US"/>
        </a:p>
      </dgm:t>
    </dgm:pt>
    <dgm:pt modelId="{55EB5B15-F137-4008-A252-91A4EE4A8571}" type="sibTrans" cxnId="{4FAEE3B3-7551-47C6-A151-2E092E2E5403}">
      <dgm:prSet/>
      <dgm:spPr/>
      <dgm:t>
        <a:bodyPr/>
        <a:lstStyle/>
        <a:p>
          <a:endParaRPr lang="en-US"/>
        </a:p>
      </dgm:t>
    </dgm:pt>
    <dgm:pt modelId="{27099C13-63BC-49C9-B072-E000130A9ACA}">
      <dgm:prSet phldrT="[Text]" phldr="0"/>
      <dgm:spPr/>
      <dgm:t>
        <a:bodyPr/>
        <a:lstStyle/>
        <a:p>
          <a:r>
            <a:rPr lang="en-US" dirty="0"/>
            <a:t>Develop controls</a:t>
          </a:r>
        </a:p>
      </dgm:t>
    </dgm:pt>
    <dgm:pt modelId="{9B6D6102-581F-4583-8F34-A62A2D7AD6F1}" type="parTrans" cxnId="{56C8FCD6-E222-4003-A5BB-3A1BE2570CD6}">
      <dgm:prSet/>
      <dgm:spPr/>
      <dgm:t>
        <a:bodyPr/>
        <a:lstStyle/>
        <a:p>
          <a:endParaRPr lang="en-US"/>
        </a:p>
      </dgm:t>
    </dgm:pt>
    <dgm:pt modelId="{1F7154BD-5393-4686-AE05-F15CF69E81CE}" type="sibTrans" cxnId="{56C8FCD6-E222-4003-A5BB-3A1BE2570CD6}">
      <dgm:prSet/>
      <dgm:spPr/>
      <dgm:t>
        <a:bodyPr/>
        <a:lstStyle/>
        <a:p>
          <a:endParaRPr lang="en-US"/>
        </a:p>
      </dgm:t>
    </dgm:pt>
    <dgm:pt modelId="{1923D95D-5F12-460D-A33C-81C352624FCA}">
      <dgm:prSet phldrT="[Text]" phldr="0"/>
      <dgm:spPr/>
      <dgm:t>
        <a:bodyPr/>
        <a:lstStyle/>
        <a:p>
          <a:r>
            <a:rPr lang="en-US" dirty="0"/>
            <a:t>Implement controls</a:t>
          </a:r>
        </a:p>
      </dgm:t>
    </dgm:pt>
    <dgm:pt modelId="{80A1D22B-49B0-46AF-B1E5-9CDE3AE410A4}" type="parTrans" cxnId="{29F3E73D-1739-4E71-AF15-D709427104BB}">
      <dgm:prSet/>
      <dgm:spPr/>
      <dgm:t>
        <a:bodyPr/>
        <a:lstStyle/>
        <a:p>
          <a:endParaRPr lang="en-US"/>
        </a:p>
      </dgm:t>
    </dgm:pt>
    <dgm:pt modelId="{AAF65178-53A3-433E-A10C-64A12B7B65B6}" type="sibTrans" cxnId="{29F3E73D-1739-4E71-AF15-D709427104BB}">
      <dgm:prSet/>
      <dgm:spPr/>
      <dgm:t>
        <a:bodyPr/>
        <a:lstStyle/>
        <a:p>
          <a:endParaRPr lang="en-US"/>
        </a:p>
      </dgm:t>
    </dgm:pt>
    <dgm:pt modelId="{F67A0F5E-75EC-497C-BD90-D7953D195294}">
      <dgm:prSet phldrT="[Text]" phldr="0"/>
      <dgm:spPr/>
      <dgm:t>
        <a:bodyPr/>
        <a:lstStyle/>
        <a:p>
          <a:r>
            <a:rPr lang="en-US" dirty="0"/>
            <a:t>Supervise and Evaluate</a:t>
          </a:r>
        </a:p>
      </dgm:t>
    </dgm:pt>
    <dgm:pt modelId="{60780FC7-C993-4EFF-9970-1B54DCB4BC24}" type="parTrans" cxnId="{553F1B8C-0208-42DD-ABEA-B140A437009C}">
      <dgm:prSet/>
      <dgm:spPr/>
      <dgm:t>
        <a:bodyPr/>
        <a:lstStyle/>
        <a:p>
          <a:endParaRPr lang="en-US"/>
        </a:p>
      </dgm:t>
    </dgm:pt>
    <dgm:pt modelId="{FA1E5B4F-F2EF-468F-A5DF-29750242F75C}" type="sibTrans" cxnId="{553F1B8C-0208-42DD-ABEA-B140A437009C}">
      <dgm:prSet/>
      <dgm:spPr/>
      <dgm:t>
        <a:bodyPr/>
        <a:lstStyle/>
        <a:p>
          <a:endParaRPr lang="en-US"/>
        </a:p>
      </dgm:t>
    </dgm:pt>
    <dgm:pt modelId="{F50FD0DA-9A05-456C-80AD-0C069CAF0F36}" type="pres">
      <dgm:prSet presAssocID="{6A89CA46-B22B-499E-B438-F55B2972E617}" presName="cycle" presStyleCnt="0">
        <dgm:presLayoutVars>
          <dgm:dir/>
          <dgm:resizeHandles val="exact"/>
        </dgm:presLayoutVars>
      </dgm:prSet>
      <dgm:spPr/>
    </dgm:pt>
    <dgm:pt modelId="{2E0B0250-828A-4CAE-A319-21B1EFF09A69}" type="pres">
      <dgm:prSet presAssocID="{7B1F166D-AB14-4F85-9ABD-1F17FEA343BC}" presName="dummy" presStyleCnt="0"/>
      <dgm:spPr/>
    </dgm:pt>
    <dgm:pt modelId="{EC5013FE-12AE-451F-8B4A-0243EFAED0CA}" type="pres">
      <dgm:prSet presAssocID="{7B1F166D-AB14-4F85-9ABD-1F17FEA343BC}" presName="node" presStyleLbl="revTx" presStyleIdx="0" presStyleCnt="5">
        <dgm:presLayoutVars>
          <dgm:bulletEnabled val="1"/>
        </dgm:presLayoutVars>
      </dgm:prSet>
      <dgm:spPr/>
    </dgm:pt>
    <dgm:pt modelId="{DC4F2B4B-D48C-4CA3-8ED3-68B72C069847}" type="pres">
      <dgm:prSet presAssocID="{653A2F9D-96AB-4E58-8877-5452792B30C9}" presName="sibTrans" presStyleLbl="node1" presStyleIdx="0" presStyleCnt="5"/>
      <dgm:spPr/>
    </dgm:pt>
    <dgm:pt modelId="{32F62FED-0E50-4397-89B3-250872F42919}" type="pres">
      <dgm:prSet presAssocID="{009DD52A-3F56-40CC-A946-CB47C03A01E8}" presName="dummy" presStyleCnt="0"/>
      <dgm:spPr/>
    </dgm:pt>
    <dgm:pt modelId="{34A7F0C5-07B0-4598-BE56-A10E13FDB297}" type="pres">
      <dgm:prSet presAssocID="{009DD52A-3F56-40CC-A946-CB47C03A01E8}" presName="node" presStyleLbl="revTx" presStyleIdx="1" presStyleCnt="5">
        <dgm:presLayoutVars>
          <dgm:bulletEnabled val="1"/>
        </dgm:presLayoutVars>
      </dgm:prSet>
      <dgm:spPr/>
    </dgm:pt>
    <dgm:pt modelId="{87838403-4665-42E3-AE7E-09CD191386A6}" type="pres">
      <dgm:prSet presAssocID="{55EB5B15-F137-4008-A252-91A4EE4A8571}" presName="sibTrans" presStyleLbl="node1" presStyleIdx="1" presStyleCnt="5"/>
      <dgm:spPr/>
    </dgm:pt>
    <dgm:pt modelId="{1B355CA2-DD41-4852-A558-471A2F3BD325}" type="pres">
      <dgm:prSet presAssocID="{27099C13-63BC-49C9-B072-E000130A9ACA}" presName="dummy" presStyleCnt="0"/>
      <dgm:spPr/>
    </dgm:pt>
    <dgm:pt modelId="{0748E5A3-D00A-4F58-B8B5-69C8B2983154}" type="pres">
      <dgm:prSet presAssocID="{27099C13-63BC-49C9-B072-E000130A9ACA}" presName="node" presStyleLbl="revTx" presStyleIdx="2" presStyleCnt="5">
        <dgm:presLayoutVars>
          <dgm:bulletEnabled val="1"/>
        </dgm:presLayoutVars>
      </dgm:prSet>
      <dgm:spPr/>
    </dgm:pt>
    <dgm:pt modelId="{D1E7B3D1-849C-4EC1-9AD0-B99143831B47}" type="pres">
      <dgm:prSet presAssocID="{1F7154BD-5393-4686-AE05-F15CF69E81CE}" presName="sibTrans" presStyleLbl="node1" presStyleIdx="2" presStyleCnt="5"/>
      <dgm:spPr/>
    </dgm:pt>
    <dgm:pt modelId="{8AE2F648-9E73-4CBD-8914-BF380DA3AA4D}" type="pres">
      <dgm:prSet presAssocID="{1923D95D-5F12-460D-A33C-81C352624FCA}" presName="dummy" presStyleCnt="0"/>
      <dgm:spPr/>
    </dgm:pt>
    <dgm:pt modelId="{81E2C496-1FC6-4947-B849-7E9D51BB23D2}" type="pres">
      <dgm:prSet presAssocID="{1923D95D-5F12-460D-A33C-81C352624FCA}" presName="node" presStyleLbl="revTx" presStyleIdx="3" presStyleCnt="5">
        <dgm:presLayoutVars>
          <dgm:bulletEnabled val="1"/>
        </dgm:presLayoutVars>
      </dgm:prSet>
      <dgm:spPr/>
    </dgm:pt>
    <dgm:pt modelId="{F592F9DA-3A0D-4FB2-AEB8-ADAF3EE92F0A}" type="pres">
      <dgm:prSet presAssocID="{AAF65178-53A3-433E-A10C-64A12B7B65B6}" presName="sibTrans" presStyleLbl="node1" presStyleIdx="3" presStyleCnt="5"/>
      <dgm:spPr/>
    </dgm:pt>
    <dgm:pt modelId="{2726530C-5637-4D22-A28E-5997ABC864A0}" type="pres">
      <dgm:prSet presAssocID="{F67A0F5E-75EC-497C-BD90-D7953D195294}" presName="dummy" presStyleCnt="0"/>
      <dgm:spPr/>
    </dgm:pt>
    <dgm:pt modelId="{B46BD9C8-51AC-4AC5-9D72-604A19B0D5C8}" type="pres">
      <dgm:prSet presAssocID="{F67A0F5E-75EC-497C-BD90-D7953D195294}" presName="node" presStyleLbl="revTx" presStyleIdx="4" presStyleCnt="5">
        <dgm:presLayoutVars>
          <dgm:bulletEnabled val="1"/>
        </dgm:presLayoutVars>
      </dgm:prSet>
      <dgm:spPr/>
    </dgm:pt>
    <dgm:pt modelId="{2F58FB24-E423-41B1-A7BB-E82141B247F8}" type="pres">
      <dgm:prSet presAssocID="{FA1E5B4F-F2EF-468F-A5DF-29750242F75C}" presName="sibTrans" presStyleLbl="node1" presStyleIdx="4" presStyleCnt="5"/>
      <dgm:spPr/>
    </dgm:pt>
  </dgm:ptLst>
  <dgm:cxnLst>
    <dgm:cxn modelId="{388F2102-10DF-4154-9AA5-C5D11BDC4AAD}" type="presOf" srcId="{1F7154BD-5393-4686-AE05-F15CF69E81CE}" destId="{D1E7B3D1-849C-4EC1-9AD0-B99143831B47}" srcOrd="0" destOrd="0" presId="urn:microsoft.com/office/officeart/2005/8/layout/cycle1"/>
    <dgm:cxn modelId="{B5339A0B-C3C0-4367-9E79-084A5B2B19D5}" type="presOf" srcId="{27099C13-63BC-49C9-B072-E000130A9ACA}" destId="{0748E5A3-D00A-4F58-B8B5-69C8B2983154}" srcOrd="0" destOrd="0" presId="urn:microsoft.com/office/officeart/2005/8/layout/cycle1"/>
    <dgm:cxn modelId="{1B47D130-B345-471F-B7CD-45408DDA81BD}" type="presOf" srcId="{7B1F166D-AB14-4F85-9ABD-1F17FEA343BC}" destId="{EC5013FE-12AE-451F-8B4A-0243EFAED0CA}" srcOrd="0" destOrd="0" presId="urn:microsoft.com/office/officeart/2005/8/layout/cycle1"/>
    <dgm:cxn modelId="{29F3E73D-1739-4E71-AF15-D709427104BB}" srcId="{6A89CA46-B22B-499E-B438-F55B2972E617}" destId="{1923D95D-5F12-460D-A33C-81C352624FCA}" srcOrd="3" destOrd="0" parTransId="{80A1D22B-49B0-46AF-B1E5-9CDE3AE410A4}" sibTransId="{AAF65178-53A3-433E-A10C-64A12B7B65B6}"/>
    <dgm:cxn modelId="{8E372747-DFA2-4A22-932B-3C3D146A98EA}" type="presOf" srcId="{FA1E5B4F-F2EF-468F-A5DF-29750242F75C}" destId="{2F58FB24-E423-41B1-A7BB-E82141B247F8}" srcOrd="0" destOrd="0" presId="urn:microsoft.com/office/officeart/2005/8/layout/cycle1"/>
    <dgm:cxn modelId="{A0F0E04C-D371-44A2-8201-12F947968038}" type="presOf" srcId="{009DD52A-3F56-40CC-A946-CB47C03A01E8}" destId="{34A7F0C5-07B0-4598-BE56-A10E13FDB297}" srcOrd="0" destOrd="0" presId="urn:microsoft.com/office/officeart/2005/8/layout/cycle1"/>
    <dgm:cxn modelId="{E1D5B26D-236A-43FE-AF30-E08259E93406}" srcId="{6A89CA46-B22B-499E-B438-F55B2972E617}" destId="{7B1F166D-AB14-4F85-9ABD-1F17FEA343BC}" srcOrd="0" destOrd="0" parTransId="{339ECAF3-0BF6-4D7C-9BA6-C1467DBF33CE}" sibTransId="{653A2F9D-96AB-4E58-8877-5452792B30C9}"/>
    <dgm:cxn modelId="{553F1B8C-0208-42DD-ABEA-B140A437009C}" srcId="{6A89CA46-B22B-499E-B438-F55B2972E617}" destId="{F67A0F5E-75EC-497C-BD90-D7953D195294}" srcOrd="4" destOrd="0" parTransId="{60780FC7-C993-4EFF-9970-1B54DCB4BC24}" sibTransId="{FA1E5B4F-F2EF-468F-A5DF-29750242F75C}"/>
    <dgm:cxn modelId="{4FAEE3B3-7551-47C6-A151-2E092E2E5403}" srcId="{6A89CA46-B22B-499E-B438-F55B2972E617}" destId="{009DD52A-3F56-40CC-A946-CB47C03A01E8}" srcOrd="1" destOrd="0" parTransId="{E04F75DA-9D3A-40BF-92D2-0E78331EEB11}" sibTransId="{55EB5B15-F137-4008-A252-91A4EE4A8571}"/>
    <dgm:cxn modelId="{89CB89BE-8629-4E54-B51B-5B2FC8EF6C3D}" type="presOf" srcId="{6A89CA46-B22B-499E-B438-F55B2972E617}" destId="{F50FD0DA-9A05-456C-80AD-0C069CAF0F36}" srcOrd="0" destOrd="0" presId="urn:microsoft.com/office/officeart/2005/8/layout/cycle1"/>
    <dgm:cxn modelId="{86897CBF-5092-4D24-960C-BE7EC55524AA}" type="presOf" srcId="{55EB5B15-F137-4008-A252-91A4EE4A8571}" destId="{87838403-4665-42E3-AE7E-09CD191386A6}" srcOrd="0" destOrd="0" presId="urn:microsoft.com/office/officeart/2005/8/layout/cycle1"/>
    <dgm:cxn modelId="{DF9F3AC8-A42C-44C1-A14A-30717A8FAE78}" type="presOf" srcId="{F67A0F5E-75EC-497C-BD90-D7953D195294}" destId="{B46BD9C8-51AC-4AC5-9D72-604A19B0D5C8}" srcOrd="0" destOrd="0" presId="urn:microsoft.com/office/officeart/2005/8/layout/cycle1"/>
    <dgm:cxn modelId="{56C8FCD6-E222-4003-A5BB-3A1BE2570CD6}" srcId="{6A89CA46-B22B-499E-B438-F55B2972E617}" destId="{27099C13-63BC-49C9-B072-E000130A9ACA}" srcOrd="2" destOrd="0" parTransId="{9B6D6102-581F-4583-8F34-A62A2D7AD6F1}" sibTransId="{1F7154BD-5393-4686-AE05-F15CF69E81CE}"/>
    <dgm:cxn modelId="{037417E5-582D-46E6-97F4-6C7F657733F4}" type="presOf" srcId="{AAF65178-53A3-433E-A10C-64A12B7B65B6}" destId="{F592F9DA-3A0D-4FB2-AEB8-ADAF3EE92F0A}" srcOrd="0" destOrd="0" presId="urn:microsoft.com/office/officeart/2005/8/layout/cycle1"/>
    <dgm:cxn modelId="{B6564AEA-5950-4418-9FEA-DED14A089487}" type="presOf" srcId="{1923D95D-5F12-460D-A33C-81C352624FCA}" destId="{81E2C496-1FC6-4947-B849-7E9D51BB23D2}" srcOrd="0" destOrd="0" presId="urn:microsoft.com/office/officeart/2005/8/layout/cycle1"/>
    <dgm:cxn modelId="{0E010DFF-8E5E-44E9-9E42-1D25B3359D76}" type="presOf" srcId="{653A2F9D-96AB-4E58-8877-5452792B30C9}" destId="{DC4F2B4B-D48C-4CA3-8ED3-68B72C069847}" srcOrd="0" destOrd="0" presId="urn:microsoft.com/office/officeart/2005/8/layout/cycle1"/>
    <dgm:cxn modelId="{F712B8B4-6DA6-4E67-9E61-EC64603BA7ED}" type="presParOf" srcId="{F50FD0DA-9A05-456C-80AD-0C069CAF0F36}" destId="{2E0B0250-828A-4CAE-A319-21B1EFF09A69}" srcOrd="0" destOrd="0" presId="urn:microsoft.com/office/officeart/2005/8/layout/cycle1"/>
    <dgm:cxn modelId="{DF2454D7-338D-4EDE-9454-C78A45845641}" type="presParOf" srcId="{F50FD0DA-9A05-456C-80AD-0C069CAF0F36}" destId="{EC5013FE-12AE-451F-8B4A-0243EFAED0CA}" srcOrd="1" destOrd="0" presId="urn:microsoft.com/office/officeart/2005/8/layout/cycle1"/>
    <dgm:cxn modelId="{4BA82EA5-306B-418C-B204-203D40FBEB5F}" type="presParOf" srcId="{F50FD0DA-9A05-456C-80AD-0C069CAF0F36}" destId="{DC4F2B4B-D48C-4CA3-8ED3-68B72C069847}" srcOrd="2" destOrd="0" presId="urn:microsoft.com/office/officeart/2005/8/layout/cycle1"/>
    <dgm:cxn modelId="{200C62AB-7148-43CA-9652-1B951161036E}" type="presParOf" srcId="{F50FD0DA-9A05-456C-80AD-0C069CAF0F36}" destId="{32F62FED-0E50-4397-89B3-250872F42919}" srcOrd="3" destOrd="0" presId="urn:microsoft.com/office/officeart/2005/8/layout/cycle1"/>
    <dgm:cxn modelId="{68B567DC-A91C-4B31-BF1E-446F5D517D78}" type="presParOf" srcId="{F50FD0DA-9A05-456C-80AD-0C069CAF0F36}" destId="{34A7F0C5-07B0-4598-BE56-A10E13FDB297}" srcOrd="4" destOrd="0" presId="urn:microsoft.com/office/officeart/2005/8/layout/cycle1"/>
    <dgm:cxn modelId="{2C162CDA-8C85-4673-BB5B-5A2D6876D9D2}" type="presParOf" srcId="{F50FD0DA-9A05-456C-80AD-0C069CAF0F36}" destId="{87838403-4665-42E3-AE7E-09CD191386A6}" srcOrd="5" destOrd="0" presId="urn:microsoft.com/office/officeart/2005/8/layout/cycle1"/>
    <dgm:cxn modelId="{A03A7C73-AAF0-48EE-9AFC-50974C70C1DA}" type="presParOf" srcId="{F50FD0DA-9A05-456C-80AD-0C069CAF0F36}" destId="{1B355CA2-DD41-4852-A558-471A2F3BD325}" srcOrd="6" destOrd="0" presId="urn:microsoft.com/office/officeart/2005/8/layout/cycle1"/>
    <dgm:cxn modelId="{DFA88C13-545F-41E5-9C94-B1AD41E5BCFC}" type="presParOf" srcId="{F50FD0DA-9A05-456C-80AD-0C069CAF0F36}" destId="{0748E5A3-D00A-4F58-B8B5-69C8B2983154}" srcOrd="7" destOrd="0" presId="urn:microsoft.com/office/officeart/2005/8/layout/cycle1"/>
    <dgm:cxn modelId="{7F3F4CFC-47CE-4872-BFE5-F92373874459}" type="presParOf" srcId="{F50FD0DA-9A05-456C-80AD-0C069CAF0F36}" destId="{D1E7B3D1-849C-4EC1-9AD0-B99143831B47}" srcOrd="8" destOrd="0" presId="urn:microsoft.com/office/officeart/2005/8/layout/cycle1"/>
    <dgm:cxn modelId="{F1DE63D9-B474-4457-8660-D8881584B5DD}" type="presParOf" srcId="{F50FD0DA-9A05-456C-80AD-0C069CAF0F36}" destId="{8AE2F648-9E73-4CBD-8914-BF380DA3AA4D}" srcOrd="9" destOrd="0" presId="urn:microsoft.com/office/officeart/2005/8/layout/cycle1"/>
    <dgm:cxn modelId="{8DC43528-69B6-428A-8467-8FFF6C10AEC3}" type="presParOf" srcId="{F50FD0DA-9A05-456C-80AD-0C069CAF0F36}" destId="{81E2C496-1FC6-4947-B849-7E9D51BB23D2}" srcOrd="10" destOrd="0" presId="urn:microsoft.com/office/officeart/2005/8/layout/cycle1"/>
    <dgm:cxn modelId="{0B52DC3B-E20B-4502-AA53-9656A3171640}" type="presParOf" srcId="{F50FD0DA-9A05-456C-80AD-0C069CAF0F36}" destId="{F592F9DA-3A0D-4FB2-AEB8-ADAF3EE92F0A}" srcOrd="11" destOrd="0" presId="urn:microsoft.com/office/officeart/2005/8/layout/cycle1"/>
    <dgm:cxn modelId="{6028A724-7694-4DB6-A4C0-EA1AF0F6B418}" type="presParOf" srcId="{F50FD0DA-9A05-456C-80AD-0C069CAF0F36}" destId="{2726530C-5637-4D22-A28E-5997ABC864A0}" srcOrd="12" destOrd="0" presId="urn:microsoft.com/office/officeart/2005/8/layout/cycle1"/>
    <dgm:cxn modelId="{5F59D471-A8D7-4C0C-BA65-29A1A8F7F025}" type="presParOf" srcId="{F50FD0DA-9A05-456C-80AD-0C069CAF0F36}" destId="{B46BD9C8-51AC-4AC5-9D72-604A19B0D5C8}" srcOrd="13" destOrd="0" presId="urn:microsoft.com/office/officeart/2005/8/layout/cycle1"/>
    <dgm:cxn modelId="{27598FDB-F3B8-4D42-99DD-DD065DEED71B}" type="presParOf" srcId="{F50FD0DA-9A05-456C-80AD-0C069CAF0F36}" destId="{2F58FB24-E423-41B1-A7BB-E82141B247F8}" srcOrd="14"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E8CC00-3A77-4C1F-BF7C-F16FCFFF24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D1C3D20-C2D7-4133-8E57-EA6DA0718E0B}">
      <dgm:prSet/>
      <dgm:spPr/>
      <dgm:t>
        <a:bodyPr/>
        <a:lstStyle/>
        <a:p>
          <a:r>
            <a:rPr lang="en-US"/>
            <a:t>PACE is the joint communications construct (Primary · Alternate · Contingency · Emergency) </a:t>
          </a:r>
        </a:p>
      </dgm:t>
    </dgm:pt>
    <dgm:pt modelId="{667BE504-37B5-4AE6-AD24-C4BAF80F6ECC}" type="parTrans" cxnId="{528E561B-EF0E-4D51-B4C8-C9B8B56A5BD5}">
      <dgm:prSet/>
      <dgm:spPr/>
      <dgm:t>
        <a:bodyPr/>
        <a:lstStyle/>
        <a:p>
          <a:endParaRPr lang="en-US"/>
        </a:p>
      </dgm:t>
    </dgm:pt>
    <dgm:pt modelId="{ED977826-B08B-44D8-9932-69BB0469A332}" type="sibTrans" cxnId="{528E561B-EF0E-4D51-B4C8-C9B8B56A5BD5}">
      <dgm:prSet/>
      <dgm:spPr/>
      <dgm:t>
        <a:bodyPr/>
        <a:lstStyle/>
        <a:p>
          <a:endParaRPr lang="en-US"/>
        </a:p>
      </dgm:t>
    </dgm:pt>
    <dgm:pt modelId="{A94B5C71-B709-4FE1-8E18-DE67EEC1A055}">
      <dgm:prSet/>
      <dgm:spPr/>
      <dgm:t>
        <a:bodyPr/>
        <a:lstStyle/>
        <a:p>
          <a:r>
            <a:rPr lang="en-US"/>
            <a:t>conventional</a:t>
          </a:r>
          <a:r>
            <a:rPr lang="en-US" dirty="0"/>
            <a:t>–contingency–crisis tiers and onto JTS CPG tiering: acceptable · good · better · best.</a:t>
          </a:r>
        </a:p>
      </dgm:t>
    </dgm:pt>
    <dgm:pt modelId="{F792204A-E285-460E-AAD4-4720B3E9BE5D}" type="parTrans" cxnId="{5718E4A2-6325-4959-910E-EC9B1420A0D1}">
      <dgm:prSet/>
      <dgm:spPr/>
      <dgm:t>
        <a:bodyPr/>
        <a:lstStyle/>
        <a:p>
          <a:endParaRPr lang="en-US"/>
        </a:p>
      </dgm:t>
    </dgm:pt>
    <dgm:pt modelId="{4D534075-EEC2-4E18-BD42-9132A1A42021}" type="sibTrans" cxnId="{5718E4A2-6325-4959-910E-EC9B1420A0D1}">
      <dgm:prSet/>
      <dgm:spPr/>
      <dgm:t>
        <a:bodyPr/>
        <a:lstStyle/>
        <a:p>
          <a:endParaRPr lang="en-US"/>
        </a:p>
      </dgm:t>
    </dgm:pt>
    <dgm:pt modelId="{A314D895-9D86-4AF6-8BA7-4A8B364ECC54}">
      <dgm:prSet/>
      <dgm:spPr/>
      <dgm:t>
        <a:bodyPr/>
        <a:lstStyle/>
        <a:p>
          <a:r>
            <a:rPr lang="en-US"/>
            <a:t>Degradation and recovery triggers are pre-briefed and bidirectional — the decision leaves the individual at the bedside.</a:t>
          </a:r>
        </a:p>
      </dgm:t>
    </dgm:pt>
    <dgm:pt modelId="{46763C9E-7982-4E1C-8975-20514D470669}" type="parTrans" cxnId="{409B1574-04BD-4AAE-AB6B-72A3A21463CF}">
      <dgm:prSet/>
      <dgm:spPr/>
      <dgm:t>
        <a:bodyPr/>
        <a:lstStyle/>
        <a:p>
          <a:endParaRPr lang="en-US"/>
        </a:p>
      </dgm:t>
    </dgm:pt>
    <dgm:pt modelId="{7960FAFF-3DA0-468C-B614-F93520C0A608}" type="sibTrans" cxnId="{409B1574-04BD-4AAE-AB6B-72A3A21463CF}">
      <dgm:prSet/>
      <dgm:spPr/>
      <dgm:t>
        <a:bodyPr/>
        <a:lstStyle/>
        <a:p>
          <a:endParaRPr lang="en-US"/>
        </a:p>
      </dgm:t>
    </dgm:pt>
    <dgm:pt modelId="{ADC011F1-4498-4C9F-BB05-8C4352C4185B}">
      <dgm:prSet/>
      <dgm:spPr/>
      <dgm:t>
        <a:bodyPr/>
        <a:lstStyle/>
        <a:p>
          <a:r>
            <a:rPr lang="en-US"/>
            <a:t>Operational, moral, and ethical framework to minimize individual moral hazard and offer leadership </a:t>
          </a:r>
        </a:p>
      </dgm:t>
    </dgm:pt>
    <dgm:pt modelId="{B5E58396-15C7-469F-B622-CC2E70EE8E50}" type="parTrans" cxnId="{6BA572F5-EF67-46AD-9F1C-47CDA3FAC8E4}">
      <dgm:prSet/>
      <dgm:spPr/>
      <dgm:t>
        <a:bodyPr/>
        <a:lstStyle/>
        <a:p>
          <a:endParaRPr lang="en-US"/>
        </a:p>
      </dgm:t>
    </dgm:pt>
    <dgm:pt modelId="{622524FC-C4FC-4E8B-9004-3D3DCBBB9393}" type="sibTrans" cxnId="{6BA572F5-EF67-46AD-9F1C-47CDA3FAC8E4}">
      <dgm:prSet/>
      <dgm:spPr/>
      <dgm:t>
        <a:bodyPr/>
        <a:lstStyle/>
        <a:p>
          <a:endParaRPr lang="en-US"/>
        </a:p>
      </dgm:t>
    </dgm:pt>
    <dgm:pt modelId="{60A1E9A1-3C5D-4A8A-9038-13AD02BD3B2C}" type="pres">
      <dgm:prSet presAssocID="{07E8CC00-3A77-4C1F-BF7C-F16FCFFF243B}" presName="linear" presStyleCnt="0">
        <dgm:presLayoutVars>
          <dgm:animLvl val="lvl"/>
          <dgm:resizeHandles val="exact"/>
        </dgm:presLayoutVars>
      </dgm:prSet>
      <dgm:spPr/>
    </dgm:pt>
    <dgm:pt modelId="{29FB6594-6B05-418C-8398-56A36FAFABB4}" type="pres">
      <dgm:prSet presAssocID="{2D1C3D20-C2D7-4133-8E57-EA6DA0718E0B}" presName="parentText" presStyleLbl="node1" presStyleIdx="0" presStyleCnt="3">
        <dgm:presLayoutVars>
          <dgm:chMax val="0"/>
          <dgm:bulletEnabled val="1"/>
        </dgm:presLayoutVars>
      </dgm:prSet>
      <dgm:spPr/>
    </dgm:pt>
    <dgm:pt modelId="{CF6E373E-4845-4336-A02F-27E5AE09F98E}" type="pres">
      <dgm:prSet presAssocID="{2D1C3D20-C2D7-4133-8E57-EA6DA0718E0B}" presName="childText" presStyleLbl="revTx" presStyleIdx="0" presStyleCnt="1">
        <dgm:presLayoutVars>
          <dgm:bulletEnabled val="1"/>
        </dgm:presLayoutVars>
      </dgm:prSet>
      <dgm:spPr/>
    </dgm:pt>
    <dgm:pt modelId="{CACB03E3-5E87-44D5-B71A-80DC72DD546C}" type="pres">
      <dgm:prSet presAssocID="{A314D895-9D86-4AF6-8BA7-4A8B364ECC54}" presName="parentText" presStyleLbl="node1" presStyleIdx="1" presStyleCnt="3">
        <dgm:presLayoutVars>
          <dgm:chMax val="0"/>
          <dgm:bulletEnabled val="1"/>
        </dgm:presLayoutVars>
      </dgm:prSet>
      <dgm:spPr/>
    </dgm:pt>
    <dgm:pt modelId="{ADF88CEE-1E29-4EC2-B64B-4E4E9A11F8AF}" type="pres">
      <dgm:prSet presAssocID="{7960FAFF-3DA0-468C-B614-F93520C0A608}" presName="spacer" presStyleCnt="0"/>
      <dgm:spPr/>
    </dgm:pt>
    <dgm:pt modelId="{5650D20B-3F6A-4BD9-AEE2-ACA73093AABA}" type="pres">
      <dgm:prSet presAssocID="{ADC011F1-4498-4C9F-BB05-8C4352C4185B}" presName="parentText" presStyleLbl="node1" presStyleIdx="2" presStyleCnt="3">
        <dgm:presLayoutVars>
          <dgm:chMax val="0"/>
          <dgm:bulletEnabled val="1"/>
        </dgm:presLayoutVars>
      </dgm:prSet>
      <dgm:spPr/>
    </dgm:pt>
  </dgm:ptLst>
  <dgm:cxnLst>
    <dgm:cxn modelId="{528E561B-EF0E-4D51-B4C8-C9B8B56A5BD5}" srcId="{07E8CC00-3A77-4C1F-BF7C-F16FCFFF243B}" destId="{2D1C3D20-C2D7-4133-8E57-EA6DA0718E0B}" srcOrd="0" destOrd="0" parTransId="{667BE504-37B5-4AE6-AD24-C4BAF80F6ECC}" sibTransId="{ED977826-B08B-44D8-9932-69BB0469A332}"/>
    <dgm:cxn modelId="{54634868-9463-4FD6-BA61-F8F5170F5501}" type="presOf" srcId="{ADC011F1-4498-4C9F-BB05-8C4352C4185B}" destId="{5650D20B-3F6A-4BD9-AEE2-ACA73093AABA}" srcOrd="0" destOrd="0" presId="urn:microsoft.com/office/officeart/2005/8/layout/vList2"/>
    <dgm:cxn modelId="{94368C6A-BA98-4F99-B70C-FD9ABACD9CE8}" type="presOf" srcId="{A314D895-9D86-4AF6-8BA7-4A8B364ECC54}" destId="{CACB03E3-5E87-44D5-B71A-80DC72DD546C}" srcOrd="0" destOrd="0" presId="urn:microsoft.com/office/officeart/2005/8/layout/vList2"/>
    <dgm:cxn modelId="{409B1574-04BD-4AAE-AB6B-72A3A21463CF}" srcId="{07E8CC00-3A77-4C1F-BF7C-F16FCFFF243B}" destId="{A314D895-9D86-4AF6-8BA7-4A8B364ECC54}" srcOrd="1" destOrd="0" parTransId="{46763C9E-7982-4E1C-8975-20514D470669}" sibTransId="{7960FAFF-3DA0-468C-B614-F93520C0A608}"/>
    <dgm:cxn modelId="{BEE59082-78B9-4099-8266-D50A98AFAC9F}" type="presOf" srcId="{2D1C3D20-C2D7-4133-8E57-EA6DA0718E0B}" destId="{29FB6594-6B05-418C-8398-56A36FAFABB4}" srcOrd="0" destOrd="0" presId="urn:microsoft.com/office/officeart/2005/8/layout/vList2"/>
    <dgm:cxn modelId="{5718E4A2-6325-4959-910E-EC9B1420A0D1}" srcId="{2D1C3D20-C2D7-4133-8E57-EA6DA0718E0B}" destId="{A94B5C71-B709-4FE1-8E18-DE67EEC1A055}" srcOrd="0" destOrd="0" parTransId="{F792204A-E285-460E-AAD4-4720B3E9BE5D}" sibTransId="{4D534075-EEC2-4E18-BD42-9132A1A42021}"/>
    <dgm:cxn modelId="{8B84BDC4-E681-41C8-8EB8-3C675386D43A}" type="presOf" srcId="{A94B5C71-B709-4FE1-8E18-DE67EEC1A055}" destId="{CF6E373E-4845-4336-A02F-27E5AE09F98E}" srcOrd="0" destOrd="0" presId="urn:microsoft.com/office/officeart/2005/8/layout/vList2"/>
    <dgm:cxn modelId="{746288E5-0440-42D4-9D89-68B4C7942D21}" type="presOf" srcId="{07E8CC00-3A77-4C1F-BF7C-F16FCFFF243B}" destId="{60A1E9A1-3C5D-4A8A-9038-13AD02BD3B2C}" srcOrd="0" destOrd="0" presId="urn:microsoft.com/office/officeart/2005/8/layout/vList2"/>
    <dgm:cxn modelId="{6BA572F5-EF67-46AD-9F1C-47CDA3FAC8E4}" srcId="{07E8CC00-3A77-4C1F-BF7C-F16FCFFF243B}" destId="{ADC011F1-4498-4C9F-BB05-8C4352C4185B}" srcOrd="2" destOrd="0" parTransId="{B5E58396-15C7-469F-B622-CC2E70EE8E50}" sibTransId="{622524FC-C4FC-4E8B-9004-3D3DCBBB9393}"/>
    <dgm:cxn modelId="{38BE8144-08B3-4BEA-A105-543C57B76428}" type="presParOf" srcId="{60A1E9A1-3C5D-4A8A-9038-13AD02BD3B2C}" destId="{29FB6594-6B05-418C-8398-56A36FAFABB4}" srcOrd="0" destOrd="0" presId="urn:microsoft.com/office/officeart/2005/8/layout/vList2"/>
    <dgm:cxn modelId="{80E241A5-B3C7-41CB-8E12-92CC44EDA019}" type="presParOf" srcId="{60A1E9A1-3C5D-4A8A-9038-13AD02BD3B2C}" destId="{CF6E373E-4845-4336-A02F-27E5AE09F98E}" srcOrd="1" destOrd="0" presId="urn:microsoft.com/office/officeart/2005/8/layout/vList2"/>
    <dgm:cxn modelId="{61890CAC-80A5-49DA-B363-EB4EB79C1FF8}" type="presParOf" srcId="{60A1E9A1-3C5D-4A8A-9038-13AD02BD3B2C}" destId="{CACB03E3-5E87-44D5-B71A-80DC72DD546C}" srcOrd="2" destOrd="0" presId="urn:microsoft.com/office/officeart/2005/8/layout/vList2"/>
    <dgm:cxn modelId="{F220DFC9-EC5B-48BA-8E72-2726E352990E}" type="presParOf" srcId="{60A1E9A1-3C5D-4A8A-9038-13AD02BD3B2C}" destId="{ADF88CEE-1E29-4EC2-B64B-4E4E9A11F8AF}" srcOrd="3" destOrd="0" presId="urn:microsoft.com/office/officeart/2005/8/layout/vList2"/>
    <dgm:cxn modelId="{230AB0DB-03F8-41C4-8799-292F50EEFFD6}" type="presParOf" srcId="{60A1E9A1-3C5D-4A8A-9038-13AD02BD3B2C}" destId="{5650D20B-3F6A-4BD9-AEE2-ACA73093AAB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D72E57-D45D-4B54-B8B4-408B7D5C9F0D}"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A5ADE075-9A32-457F-A688-B69321689B7B}">
      <dgm:prSet/>
      <dgm:spPr/>
      <dgm:t>
        <a:bodyPr/>
        <a:lstStyle/>
        <a:p>
          <a:r>
            <a:rPr lang="en-US"/>
            <a:t>CSC as told through the tourniquet</a:t>
          </a:r>
        </a:p>
      </dgm:t>
    </dgm:pt>
    <dgm:pt modelId="{8F5FA43E-ED96-41A0-8980-8322B3723CBA}" type="parTrans" cxnId="{FBE52764-9136-497B-927F-E80E55843EFC}">
      <dgm:prSet/>
      <dgm:spPr/>
      <dgm:t>
        <a:bodyPr/>
        <a:lstStyle/>
        <a:p>
          <a:endParaRPr lang="en-US"/>
        </a:p>
      </dgm:t>
    </dgm:pt>
    <dgm:pt modelId="{D4849235-3911-4CA4-A3B1-D1B6B86E29D5}" type="sibTrans" cxnId="{FBE52764-9136-497B-927F-E80E55843EFC}">
      <dgm:prSet/>
      <dgm:spPr/>
      <dgm:t>
        <a:bodyPr/>
        <a:lstStyle/>
        <a:p>
          <a:endParaRPr lang="en-US"/>
        </a:p>
      </dgm:t>
    </dgm:pt>
    <dgm:pt modelId="{D013B53C-8EF6-4782-9B2F-B0A322BF180B}">
      <dgm:prSet/>
      <dgm:spPr/>
      <dgm:t>
        <a:bodyPr/>
        <a:lstStyle/>
        <a:p>
          <a:r>
            <a:rPr lang="en-US"/>
            <a:t>Golden hour </a:t>
          </a:r>
          <a:r>
            <a:rPr lang="en-US">
              <a:sym typeface="Wingdings" panose="05000000000000000000" pitchFamily="2" charset="2"/>
            </a:rPr>
            <a:t></a:t>
          </a:r>
          <a:r>
            <a:rPr lang="en-US"/>
            <a:t> Golden day</a:t>
          </a:r>
        </a:p>
      </dgm:t>
    </dgm:pt>
    <dgm:pt modelId="{0EEDF8F5-8DD2-4732-BC4D-AEFD216FEEBB}" type="parTrans" cxnId="{D1B9A410-6DB3-4D17-8EF6-E0FF2B8388A6}">
      <dgm:prSet/>
      <dgm:spPr/>
      <dgm:t>
        <a:bodyPr/>
        <a:lstStyle/>
        <a:p>
          <a:endParaRPr lang="en-US"/>
        </a:p>
      </dgm:t>
    </dgm:pt>
    <dgm:pt modelId="{9B86959B-9F38-482C-AB4D-6CE4EFBDEF2B}" type="sibTrans" cxnId="{D1B9A410-6DB3-4D17-8EF6-E0FF2B8388A6}">
      <dgm:prSet/>
      <dgm:spPr/>
      <dgm:t>
        <a:bodyPr/>
        <a:lstStyle/>
        <a:p>
          <a:endParaRPr lang="en-US"/>
        </a:p>
      </dgm:t>
    </dgm:pt>
    <dgm:pt modelId="{18D92A37-E590-4848-96DF-8D23E63CDCB7}">
      <dgm:prSet/>
      <dgm:spPr/>
      <dgm:t>
        <a:bodyPr/>
        <a:lstStyle/>
        <a:p>
          <a:r>
            <a:rPr lang="en-US"/>
            <a:t>Airway is not a part of early assessments in some units</a:t>
          </a:r>
        </a:p>
      </dgm:t>
    </dgm:pt>
    <dgm:pt modelId="{FDCB39DA-3F97-43E5-BC40-A36B56DA8DD7}" type="parTrans" cxnId="{4E8F4C6A-C56B-484C-8987-674AC2AE9CCA}">
      <dgm:prSet/>
      <dgm:spPr/>
      <dgm:t>
        <a:bodyPr/>
        <a:lstStyle/>
        <a:p>
          <a:endParaRPr lang="en-US"/>
        </a:p>
      </dgm:t>
    </dgm:pt>
    <dgm:pt modelId="{BAF5B71E-A9E1-40BB-94E3-96E720E87709}" type="sibTrans" cxnId="{4E8F4C6A-C56B-484C-8987-674AC2AE9CCA}">
      <dgm:prSet/>
      <dgm:spPr/>
      <dgm:t>
        <a:bodyPr/>
        <a:lstStyle/>
        <a:p>
          <a:endParaRPr lang="en-US"/>
        </a:p>
      </dgm:t>
    </dgm:pt>
    <dgm:pt modelId="{22BCC6B0-4ED6-40BD-9B8C-A3543512440D}">
      <dgm:prSet/>
      <dgm:spPr/>
      <dgm:t>
        <a:bodyPr/>
        <a:lstStyle/>
        <a:p>
          <a:r>
            <a:rPr lang="en-US"/>
            <a:t>Denied evacuation mandates longer care in place with less resources</a:t>
          </a:r>
        </a:p>
      </dgm:t>
    </dgm:pt>
    <dgm:pt modelId="{5AC7E85A-0D80-49B4-A193-46A7CD3207C7}" type="parTrans" cxnId="{1ABDA65A-0140-499E-80A2-2920FE0CE14A}">
      <dgm:prSet/>
      <dgm:spPr/>
      <dgm:t>
        <a:bodyPr/>
        <a:lstStyle/>
        <a:p>
          <a:endParaRPr lang="en-US"/>
        </a:p>
      </dgm:t>
    </dgm:pt>
    <dgm:pt modelId="{7E63E4BE-E18B-4CDF-A55C-DB484303A06A}" type="sibTrans" cxnId="{1ABDA65A-0140-499E-80A2-2920FE0CE14A}">
      <dgm:prSet/>
      <dgm:spPr/>
      <dgm:t>
        <a:bodyPr/>
        <a:lstStyle/>
        <a:p>
          <a:endParaRPr lang="en-US"/>
        </a:p>
      </dgm:t>
    </dgm:pt>
    <dgm:pt modelId="{F9BD67CB-0FE3-4F42-A1E6-42F7F4CB61F9}">
      <dgm:prSet/>
      <dgm:spPr/>
      <dgm:t>
        <a:bodyPr/>
        <a:lstStyle/>
        <a:p>
          <a:r>
            <a:rPr lang="en-US"/>
            <a:t>Blood as leading finite asset</a:t>
          </a:r>
        </a:p>
      </dgm:t>
    </dgm:pt>
    <dgm:pt modelId="{39D07E9F-A93E-4F72-8DC0-E9BFC68B03A6}" type="parTrans" cxnId="{094683B7-2467-416D-AA86-0D766BD8F14B}">
      <dgm:prSet/>
      <dgm:spPr/>
      <dgm:t>
        <a:bodyPr/>
        <a:lstStyle/>
        <a:p>
          <a:endParaRPr lang="en-US"/>
        </a:p>
      </dgm:t>
    </dgm:pt>
    <dgm:pt modelId="{58CBD05F-2319-49C3-8938-9D8B8811A12A}" type="sibTrans" cxnId="{094683B7-2467-416D-AA86-0D766BD8F14B}">
      <dgm:prSet/>
      <dgm:spPr/>
      <dgm:t>
        <a:bodyPr/>
        <a:lstStyle/>
        <a:p>
          <a:endParaRPr lang="en-US"/>
        </a:p>
      </dgm:t>
    </dgm:pt>
    <dgm:pt modelId="{FFA185DA-4163-490A-95C9-9B465DD61F88}">
      <dgm:prSet/>
      <dgm:spPr/>
      <dgm:t>
        <a:bodyPr/>
        <a:lstStyle/>
        <a:p>
          <a:r>
            <a:rPr lang="en-US"/>
            <a:t>Drones impair the discernment of the frontline and the rear</a:t>
          </a:r>
        </a:p>
      </dgm:t>
    </dgm:pt>
    <dgm:pt modelId="{BCFCC783-E28A-48FD-AE67-E8E6A9A436BC}" type="parTrans" cxnId="{3B278C46-A30D-4711-A678-74A41B23D2A2}">
      <dgm:prSet/>
      <dgm:spPr/>
      <dgm:t>
        <a:bodyPr/>
        <a:lstStyle/>
        <a:p>
          <a:endParaRPr lang="en-US"/>
        </a:p>
      </dgm:t>
    </dgm:pt>
    <dgm:pt modelId="{CBB355EE-32D7-444F-89D8-BBC2E98060EB}" type="sibTrans" cxnId="{3B278C46-A30D-4711-A678-74A41B23D2A2}">
      <dgm:prSet/>
      <dgm:spPr/>
      <dgm:t>
        <a:bodyPr/>
        <a:lstStyle/>
        <a:p>
          <a:endParaRPr lang="en-US"/>
        </a:p>
      </dgm:t>
    </dgm:pt>
    <dgm:pt modelId="{DE83A874-04B9-4B67-A932-917E67A1644C}" type="pres">
      <dgm:prSet presAssocID="{22D72E57-D45D-4B54-B8B4-408B7D5C9F0D}" presName="linear" presStyleCnt="0">
        <dgm:presLayoutVars>
          <dgm:animLvl val="lvl"/>
          <dgm:resizeHandles val="exact"/>
        </dgm:presLayoutVars>
      </dgm:prSet>
      <dgm:spPr/>
    </dgm:pt>
    <dgm:pt modelId="{1C4CD1F7-34D6-4FDE-A9CF-8660FA47CAA8}" type="pres">
      <dgm:prSet presAssocID="{A5ADE075-9A32-457F-A688-B69321689B7B}" presName="parentText" presStyleLbl="node1" presStyleIdx="0" presStyleCnt="5">
        <dgm:presLayoutVars>
          <dgm:chMax val="0"/>
          <dgm:bulletEnabled val="1"/>
        </dgm:presLayoutVars>
      </dgm:prSet>
      <dgm:spPr/>
    </dgm:pt>
    <dgm:pt modelId="{3AE2847A-A0DE-42B3-B37C-175FDE96ED0B}" type="pres">
      <dgm:prSet presAssocID="{D4849235-3911-4CA4-A3B1-D1B6B86E29D5}" presName="spacer" presStyleCnt="0"/>
      <dgm:spPr/>
    </dgm:pt>
    <dgm:pt modelId="{17AB36D3-711C-4EA7-A5AA-736B3FB46083}" type="pres">
      <dgm:prSet presAssocID="{D013B53C-8EF6-4782-9B2F-B0A322BF180B}" presName="parentText" presStyleLbl="node1" presStyleIdx="1" presStyleCnt="5">
        <dgm:presLayoutVars>
          <dgm:chMax val="0"/>
          <dgm:bulletEnabled val="1"/>
        </dgm:presLayoutVars>
      </dgm:prSet>
      <dgm:spPr/>
    </dgm:pt>
    <dgm:pt modelId="{69017541-4FD8-4485-BB46-1844F430BFA4}" type="pres">
      <dgm:prSet presAssocID="{D013B53C-8EF6-4782-9B2F-B0A322BF180B}" presName="childText" presStyleLbl="revTx" presStyleIdx="0" presStyleCnt="1">
        <dgm:presLayoutVars>
          <dgm:bulletEnabled val="1"/>
        </dgm:presLayoutVars>
      </dgm:prSet>
      <dgm:spPr/>
    </dgm:pt>
    <dgm:pt modelId="{1904CDDC-0FA6-410D-8B5C-1D67BD03922A}" type="pres">
      <dgm:prSet presAssocID="{22BCC6B0-4ED6-40BD-9B8C-A3543512440D}" presName="parentText" presStyleLbl="node1" presStyleIdx="2" presStyleCnt="5">
        <dgm:presLayoutVars>
          <dgm:chMax val="0"/>
          <dgm:bulletEnabled val="1"/>
        </dgm:presLayoutVars>
      </dgm:prSet>
      <dgm:spPr/>
    </dgm:pt>
    <dgm:pt modelId="{6B105986-54B0-4F6B-9540-9877A9D5D3E9}" type="pres">
      <dgm:prSet presAssocID="{7E63E4BE-E18B-4CDF-A55C-DB484303A06A}" presName="spacer" presStyleCnt="0"/>
      <dgm:spPr/>
    </dgm:pt>
    <dgm:pt modelId="{95B2BF05-2F6F-477D-BC69-222A470A44CA}" type="pres">
      <dgm:prSet presAssocID="{F9BD67CB-0FE3-4F42-A1E6-42F7F4CB61F9}" presName="parentText" presStyleLbl="node1" presStyleIdx="3" presStyleCnt="5">
        <dgm:presLayoutVars>
          <dgm:chMax val="0"/>
          <dgm:bulletEnabled val="1"/>
        </dgm:presLayoutVars>
      </dgm:prSet>
      <dgm:spPr/>
    </dgm:pt>
    <dgm:pt modelId="{07244422-39D0-4484-8DA8-ED0A67043CC4}" type="pres">
      <dgm:prSet presAssocID="{58CBD05F-2319-49C3-8938-9D8B8811A12A}" presName="spacer" presStyleCnt="0"/>
      <dgm:spPr/>
    </dgm:pt>
    <dgm:pt modelId="{AFCCF9BC-BD46-499B-A7D0-E9163355C905}" type="pres">
      <dgm:prSet presAssocID="{FFA185DA-4163-490A-95C9-9B465DD61F88}" presName="parentText" presStyleLbl="node1" presStyleIdx="4" presStyleCnt="5">
        <dgm:presLayoutVars>
          <dgm:chMax val="0"/>
          <dgm:bulletEnabled val="1"/>
        </dgm:presLayoutVars>
      </dgm:prSet>
      <dgm:spPr/>
    </dgm:pt>
  </dgm:ptLst>
  <dgm:cxnLst>
    <dgm:cxn modelId="{B3338001-0AF6-4051-A7D5-755C5FE0EA1A}" type="presOf" srcId="{22D72E57-D45D-4B54-B8B4-408B7D5C9F0D}" destId="{DE83A874-04B9-4B67-A932-917E67A1644C}" srcOrd="0" destOrd="0" presId="urn:microsoft.com/office/officeart/2005/8/layout/vList2"/>
    <dgm:cxn modelId="{D1B9A410-6DB3-4D17-8EF6-E0FF2B8388A6}" srcId="{22D72E57-D45D-4B54-B8B4-408B7D5C9F0D}" destId="{D013B53C-8EF6-4782-9B2F-B0A322BF180B}" srcOrd="1" destOrd="0" parTransId="{0EEDF8F5-8DD2-4732-BC4D-AEFD216FEEBB}" sibTransId="{9B86959B-9F38-482C-AB4D-6CE4EFBDEF2B}"/>
    <dgm:cxn modelId="{81D4653B-EF69-4013-AD66-333B257E3286}" type="presOf" srcId="{F9BD67CB-0FE3-4F42-A1E6-42F7F4CB61F9}" destId="{95B2BF05-2F6F-477D-BC69-222A470A44CA}" srcOrd="0" destOrd="0" presId="urn:microsoft.com/office/officeart/2005/8/layout/vList2"/>
    <dgm:cxn modelId="{01AA4C3C-65B0-45BF-B4EC-82B110FF918D}" type="presOf" srcId="{FFA185DA-4163-490A-95C9-9B465DD61F88}" destId="{AFCCF9BC-BD46-499B-A7D0-E9163355C905}" srcOrd="0" destOrd="0" presId="urn:microsoft.com/office/officeart/2005/8/layout/vList2"/>
    <dgm:cxn modelId="{5D6E095D-6F81-4AD0-BF29-F895B3ACE7C7}" type="presOf" srcId="{18D92A37-E590-4848-96DF-8D23E63CDCB7}" destId="{69017541-4FD8-4485-BB46-1844F430BFA4}" srcOrd="0" destOrd="0" presId="urn:microsoft.com/office/officeart/2005/8/layout/vList2"/>
    <dgm:cxn modelId="{54CA675E-B1D9-4B84-97B5-370366298771}" type="presOf" srcId="{D013B53C-8EF6-4782-9B2F-B0A322BF180B}" destId="{17AB36D3-711C-4EA7-A5AA-736B3FB46083}" srcOrd="0" destOrd="0" presId="urn:microsoft.com/office/officeart/2005/8/layout/vList2"/>
    <dgm:cxn modelId="{FBE52764-9136-497B-927F-E80E55843EFC}" srcId="{22D72E57-D45D-4B54-B8B4-408B7D5C9F0D}" destId="{A5ADE075-9A32-457F-A688-B69321689B7B}" srcOrd="0" destOrd="0" parTransId="{8F5FA43E-ED96-41A0-8980-8322B3723CBA}" sibTransId="{D4849235-3911-4CA4-A3B1-D1B6B86E29D5}"/>
    <dgm:cxn modelId="{3B278C46-A30D-4711-A678-74A41B23D2A2}" srcId="{22D72E57-D45D-4B54-B8B4-408B7D5C9F0D}" destId="{FFA185DA-4163-490A-95C9-9B465DD61F88}" srcOrd="4" destOrd="0" parTransId="{BCFCC783-E28A-48FD-AE67-E8E6A9A436BC}" sibTransId="{CBB355EE-32D7-444F-89D8-BBC2E98060EB}"/>
    <dgm:cxn modelId="{4E8F4C6A-C56B-484C-8987-674AC2AE9CCA}" srcId="{D013B53C-8EF6-4782-9B2F-B0A322BF180B}" destId="{18D92A37-E590-4848-96DF-8D23E63CDCB7}" srcOrd="0" destOrd="0" parTransId="{FDCB39DA-3F97-43E5-BC40-A36B56DA8DD7}" sibTransId="{BAF5B71E-A9E1-40BB-94E3-96E720E87709}"/>
    <dgm:cxn modelId="{8A30496C-F636-4296-956A-0F718DEEC625}" type="presOf" srcId="{22BCC6B0-4ED6-40BD-9B8C-A3543512440D}" destId="{1904CDDC-0FA6-410D-8B5C-1D67BD03922A}" srcOrd="0" destOrd="0" presId="urn:microsoft.com/office/officeart/2005/8/layout/vList2"/>
    <dgm:cxn modelId="{51218771-FAFC-4A24-8D5F-D50FEE385ED9}" type="presOf" srcId="{A5ADE075-9A32-457F-A688-B69321689B7B}" destId="{1C4CD1F7-34D6-4FDE-A9CF-8660FA47CAA8}" srcOrd="0" destOrd="0" presId="urn:microsoft.com/office/officeart/2005/8/layout/vList2"/>
    <dgm:cxn modelId="{1ABDA65A-0140-499E-80A2-2920FE0CE14A}" srcId="{22D72E57-D45D-4B54-B8B4-408B7D5C9F0D}" destId="{22BCC6B0-4ED6-40BD-9B8C-A3543512440D}" srcOrd="2" destOrd="0" parTransId="{5AC7E85A-0D80-49B4-A193-46A7CD3207C7}" sibTransId="{7E63E4BE-E18B-4CDF-A55C-DB484303A06A}"/>
    <dgm:cxn modelId="{094683B7-2467-416D-AA86-0D766BD8F14B}" srcId="{22D72E57-D45D-4B54-B8B4-408B7D5C9F0D}" destId="{F9BD67CB-0FE3-4F42-A1E6-42F7F4CB61F9}" srcOrd="3" destOrd="0" parTransId="{39D07E9F-A93E-4F72-8DC0-E9BFC68B03A6}" sibTransId="{58CBD05F-2319-49C3-8938-9D8B8811A12A}"/>
    <dgm:cxn modelId="{0AC34FF2-9970-4282-AB1D-AEE87A45D143}" type="presParOf" srcId="{DE83A874-04B9-4B67-A932-917E67A1644C}" destId="{1C4CD1F7-34D6-4FDE-A9CF-8660FA47CAA8}" srcOrd="0" destOrd="0" presId="urn:microsoft.com/office/officeart/2005/8/layout/vList2"/>
    <dgm:cxn modelId="{4458D930-80BA-42B1-9F00-81FF2FD5516A}" type="presParOf" srcId="{DE83A874-04B9-4B67-A932-917E67A1644C}" destId="{3AE2847A-A0DE-42B3-B37C-175FDE96ED0B}" srcOrd="1" destOrd="0" presId="urn:microsoft.com/office/officeart/2005/8/layout/vList2"/>
    <dgm:cxn modelId="{F11344C4-4B32-4E7B-A143-A073B9F570E5}" type="presParOf" srcId="{DE83A874-04B9-4B67-A932-917E67A1644C}" destId="{17AB36D3-711C-4EA7-A5AA-736B3FB46083}" srcOrd="2" destOrd="0" presId="urn:microsoft.com/office/officeart/2005/8/layout/vList2"/>
    <dgm:cxn modelId="{09A518FF-BE64-459E-8915-920BB5E978AF}" type="presParOf" srcId="{DE83A874-04B9-4B67-A932-917E67A1644C}" destId="{69017541-4FD8-4485-BB46-1844F430BFA4}" srcOrd="3" destOrd="0" presId="urn:microsoft.com/office/officeart/2005/8/layout/vList2"/>
    <dgm:cxn modelId="{A08638D0-F934-4041-BC76-77FABA1ECA12}" type="presParOf" srcId="{DE83A874-04B9-4B67-A932-917E67A1644C}" destId="{1904CDDC-0FA6-410D-8B5C-1D67BD03922A}" srcOrd="4" destOrd="0" presId="urn:microsoft.com/office/officeart/2005/8/layout/vList2"/>
    <dgm:cxn modelId="{D9425D57-0263-4622-B2DC-B5F83138D2A5}" type="presParOf" srcId="{DE83A874-04B9-4B67-A932-917E67A1644C}" destId="{6B105986-54B0-4F6B-9540-9877A9D5D3E9}" srcOrd="5" destOrd="0" presId="urn:microsoft.com/office/officeart/2005/8/layout/vList2"/>
    <dgm:cxn modelId="{8D4A0A29-B5D0-4344-8C45-3FE7D71822EE}" type="presParOf" srcId="{DE83A874-04B9-4B67-A932-917E67A1644C}" destId="{95B2BF05-2F6F-477D-BC69-222A470A44CA}" srcOrd="6" destOrd="0" presId="urn:microsoft.com/office/officeart/2005/8/layout/vList2"/>
    <dgm:cxn modelId="{ADE56528-56A6-4650-AAC7-4C5A7B32DE05}" type="presParOf" srcId="{DE83A874-04B9-4B67-A932-917E67A1644C}" destId="{07244422-39D0-4484-8DA8-ED0A67043CC4}" srcOrd="7" destOrd="0" presId="urn:microsoft.com/office/officeart/2005/8/layout/vList2"/>
    <dgm:cxn modelId="{EB9465D7-7D01-4C1D-A7D7-FBC0E468EEEE}" type="presParOf" srcId="{DE83A874-04B9-4B67-A932-917E67A1644C}" destId="{AFCCF9BC-BD46-499B-A7D0-E9163355C90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013FE-12AE-451F-8B4A-0243EFAED0CA}">
      <dsp:nvSpPr>
        <dsp:cNvPr id="0" name=""/>
        <dsp:cNvSpPr/>
      </dsp:nvSpPr>
      <dsp:spPr>
        <a:xfrm>
          <a:off x="2733935" y="25796"/>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Identify hazards</a:t>
          </a:r>
        </a:p>
      </dsp:txBody>
      <dsp:txXfrm>
        <a:off x="2733935" y="25796"/>
        <a:ext cx="914689" cy="914689"/>
      </dsp:txXfrm>
    </dsp:sp>
    <dsp:sp modelId="{DC4F2B4B-D48C-4CA3-8ED3-68B72C069847}">
      <dsp:nvSpPr>
        <dsp:cNvPr id="0" name=""/>
        <dsp:cNvSpPr/>
      </dsp:nvSpPr>
      <dsp:spPr>
        <a:xfrm>
          <a:off x="578798" y="-1081"/>
          <a:ext cx="3433787" cy="3433787"/>
        </a:xfrm>
        <a:prstGeom prst="circularArrow">
          <a:avLst>
            <a:gd name="adj1" fmla="val 5194"/>
            <a:gd name="adj2" fmla="val 335493"/>
            <a:gd name="adj3" fmla="val 21294952"/>
            <a:gd name="adj4" fmla="val 19764740"/>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A7F0C5-07B0-4598-BE56-A10E13FDB297}">
      <dsp:nvSpPr>
        <dsp:cNvPr id="0" name=""/>
        <dsp:cNvSpPr/>
      </dsp:nvSpPr>
      <dsp:spPr>
        <a:xfrm>
          <a:off x="3287439" y="1729306"/>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Assess hazards</a:t>
          </a:r>
        </a:p>
      </dsp:txBody>
      <dsp:txXfrm>
        <a:off x="3287439" y="1729306"/>
        <a:ext cx="914689" cy="914689"/>
      </dsp:txXfrm>
    </dsp:sp>
    <dsp:sp modelId="{87838403-4665-42E3-AE7E-09CD191386A6}">
      <dsp:nvSpPr>
        <dsp:cNvPr id="0" name=""/>
        <dsp:cNvSpPr/>
      </dsp:nvSpPr>
      <dsp:spPr>
        <a:xfrm>
          <a:off x="578798" y="-1081"/>
          <a:ext cx="3433787" cy="3433787"/>
        </a:xfrm>
        <a:prstGeom prst="circularArrow">
          <a:avLst>
            <a:gd name="adj1" fmla="val 5194"/>
            <a:gd name="adj2" fmla="val 335493"/>
            <a:gd name="adj3" fmla="val 4016470"/>
            <a:gd name="adj4" fmla="val 2251805"/>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48E5A3-D00A-4F58-B8B5-69C8B2983154}">
      <dsp:nvSpPr>
        <dsp:cNvPr id="0" name=""/>
        <dsp:cNvSpPr/>
      </dsp:nvSpPr>
      <dsp:spPr>
        <a:xfrm>
          <a:off x="1838347" y="2782133"/>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Develop controls</a:t>
          </a:r>
        </a:p>
      </dsp:txBody>
      <dsp:txXfrm>
        <a:off x="1838347" y="2782133"/>
        <a:ext cx="914689" cy="914689"/>
      </dsp:txXfrm>
    </dsp:sp>
    <dsp:sp modelId="{D1E7B3D1-849C-4EC1-9AD0-B99143831B47}">
      <dsp:nvSpPr>
        <dsp:cNvPr id="0" name=""/>
        <dsp:cNvSpPr/>
      </dsp:nvSpPr>
      <dsp:spPr>
        <a:xfrm>
          <a:off x="578798" y="-1081"/>
          <a:ext cx="3433787" cy="3433787"/>
        </a:xfrm>
        <a:prstGeom prst="circularArrow">
          <a:avLst>
            <a:gd name="adj1" fmla="val 5194"/>
            <a:gd name="adj2" fmla="val 335493"/>
            <a:gd name="adj3" fmla="val 8212701"/>
            <a:gd name="adj4" fmla="val 6448036"/>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E2C496-1FC6-4947-B849-7E9D51BB23D2}">
      <dsp:nvSpPr>
        <dsp:cNvPr id="0" name=""/>
        <dsp:cNvSpPr/>
      </dsp:nvSpPr>
      <dsp:spPr>
        <a:xfrm>
          <a:off x="389255" y="1729306"/>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Implement controls</a:t>
          </a:r>
        </a:p>
      </dsp:txBody>
      <dsp:txXfrm>
        <a:off x="389255" y="1729306"/>
        <a:ext cx="914689" cy="914689"/>
      </dsp:txXfrm>
    </dsp:sp>
    <dsp:sp modelId="{F592F9DA-3A0D-4FB2-AEB8-ADAF3EE92F0A}">
      <dsp:nvSpPr>
        <dsp:cNvPr id="0" name=""/>
        <dsp:cNvSpPr/>
      </dsp:nvSpPr>
      <dsp:spPr>
        <a:xfrm>
          <a:off x="578798" y="-1081"/>
          <a:ext cx="3433787" cy="3433787"/>
        </a:xfrm>
        <a:prstGeom prst="circularArrow">
          <a:avLst>
            <a:gd name="adj1" fmla="val 5194"/>
            <a:gd name="adj2" fmla="val 335493"/>
            <a:gd name="adj3" fmla="val 12299766"/>
            <a:gd name="adj4" fmla="val 10769555"/>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6BD9C8-51AC-4AC5-9D72-604A19B0D5C8}">
      <dsp:nvSpPr>
        <dsp:cNvPr id="0" name=""/>
        <dsp:cNvSpPr/>
      </dsp:nvSpPr>
      <dsp:spPr>
        <a:xfrm>
          <a:off x="942759" y="25796"/>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Supervise and Evaluate</a:t>
          </a:r>
        </a:p>
      </dsp:txBody>
      <dsp:txXfrm>
        <a:off x="942759" y="25796"/>
        <a:ext cx="914689" cy="914689"/>
      </dsp:txXfrm>
    </dsp:sp>
    <dsp:sp modelId="{2F58FB24-E423-41B1-A7BB-E82141B247F8}">
      <dsp:nvSpPr>
        <dsp:cNvPr id="0" name=""/>
        <dsp:cNvSpPr/>
      </dsp:nvSpPr>
      <dsp:spPr>
        <a:xfrm>
          <a:off x="578798" y="-1081"/>
          <a:ext cx="3433787" cy="3433787"/>
        </a:xfrm>
        <a:prstGeom prst="circularArrow">
          <a:avLst>
            <a:gd name="adj1" fmla="val 5194"/>
            <a:gd name="adj2" fmla="val 335493"/>
            <a:gd name="adj3" fmla="val 16867453"/>
            <a:gd name="adj4" fmla="val 15197053"/>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B6594-6B05-418C-8398-56A36FAFABB4}">
      <dsp:nvSpPr>
        <dsp:cNvPr id="0" name=""/>
        <dsp:cNvSpPr/>
      </dsp:nvSpPr>
      <dsp:spPr>
        <a:xfrm>
          <a:off x="0" y="90742"/>
          <a:ext cx="5349240" cy="11547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PACE is the joint communications construct (Primary · Alternate · Contingency · Emergency) </a:t>
          </a:r>
        </a:p>
      </dsp:txBody>
      <dsp:txXfrm>
        <a:off x="56372" y="147114"/>
        <a:ext cx="5236496" cy="1042045"/>
      </dsp:txXfrm>
    </dsp:sp>
    <dsp:sp modelId="{CF6E373E-4845-4336-A02F-27E5AE09F98E}">
      <dsp:nvSpPr>
        <dsp:cNvPr id="0" name=""/>
        <dsp:cNvSpPr/>
      </dsp:nvSpPr>
      <dsp:spPr>
        <a:xfrm>
          <a:off x="0" y="1245532"/>
          <a:ext cx="5349240" cy="499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38"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conventional</a:t>
          </a:r>
          <a:r>
            <a:rPr lang="en-US" sz="1600" kern="1200" dirty="0"/>
            <a:t>–contingency–crisis tiers and onto JTS CPG tiering: acceptable · good · better · best.</a:t>
          </a:r>
        </a:p>
      </dsp:txBody>
      <dsp:txXfrm>
        <a:off x="0" y="1245532"/>
        <a:ext cx="5349240" cy="499904"/>
      </dsp:txXfrm>
    </dsp:sp>
    <dsp:sp modelId="{CACB03E3-5E87-44D5-B71A-80DC72DD546C}">
      <dsp:nvSpPr>
        <dsp:cNvPr id="0" name=""/>
        <dsp:cNvSpPr/>
      </dsp:nvSpPr>
      <dsp:spPr>
        <a:xfrm>
          <a:off x="0" y="1745437"/>
          <a:ext cx="5349240" cy="11547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Degradation and recovery triggers are pre-briefed and bidirectional — the decision leaves the individual at the bedside.</a:t>
          </a:r>
        </a:p>
      </dsp:txBody>
      <dsp:txXfrm>
        <a:off x="56372" y="1801809"/>
        <a:ext cx="5236496" cy="1042045"/>
      </dsp:txXfrm>
    </dsp:sp>
    <dsp:sp modelId="{5650D20B-3F6A-4BD9-AEE2-ACA73093AABA}">
      <dsp:nvSpPr>
        <dsp:cNvPr id="0" name=""/>
        <dsp:cNvSpPr/>
      </dsp:nvSpPr>
      <dsp:spPr>
        <a:xfrm>
          <a:off x="0" y="2960707"/>
          <a:ext cx="5349240" cy="11547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Operational, moral, and ethical framework to minimize individual moral hazard and offer leadership </a:t>
          </a:r>
        </a:p>
      </dsp:txBody>
      <dsp:txXfrm>
        <a:off x="56372" y="3017079"/>
        <a:ext cx="5236496" cy="10420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4CD1F7-34D6-4FDE-A9CF-8660FA47CAA8}">
      <dsp:nvSpPr>
        <dsp:cNvPr id="0" name=""/>
        <dsp:cNvSpPr/>
      </dsp:nvSpPr>
      <dsp:spPr>
        <a:xfrm>
          <a:off x="0" y="216494"/>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CSC as told through the tourniquet</a:t>
          </a:r>
        </a:p>
      </dsp:txBody>
      <dsp:txXfrm>
        <a:off x="30442" y="246936"/>
        <a:ext cx="9731618" cy="562726"/>
      </dsp:txXfrm>
    </dsp:sp>
    <dsp:sp modelId="{17AB36D3-711C-4EA7-A5AA-736B3FB46083}">
      <dsp:nvSpPr>
        <dsp:cNvPr id="0" name=""/>
        <dsp:cNvSpPr/>
      </dsp:nvSpPr>
      <dsp:spPr>
        <a:xfrm>
          <a:off x="0" y="914984"/>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Golden hour </a:t>
          </a:r>
          <a:r>
            <a:rPr lang="en-US" sz="2600" kern="1200">
              <a:sym typeface="Wingdings" panose="05000000000000000000" pitchFamily="2" charset="2"/>
            </a:rPr>
            <a:t></a:t>
          </a:r>
          <a:r>
            <a:rPr lang="en-US" sz="2600" kern="1200"/>
            <a:t> Golden day</a:t>
          </a:r>
        </a:p>
      </dsp:txBody>
      <dsp:txXfrm>
        <a:off x="30442" y="945426"/>
        <a:ext cx="9731618" cy="562726"/>
      </dsp:txXfrm>
    </dsp:sp>
    <dsp:sp modelId="{69017541-4FD8-4485-BB46-1844F430BFA4}">
      <dsp:nvSpPr>
        <dsp:cNvPr id="0" name=""/>
        <dsp:cNvSpPr/>
      </dsp:nvSpPr>
      <dsp:spPr>
        <a:xfrm>
          <a:off x="0" y="1538594"/>
          <a:ext cx="9792502"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0912"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Airway is not a part of early assessments in some units</a:t>
          </a:r>
        </a:p>
      </dsp:txBody>
      <dsp:txXfrm>
        <a:off x="0" y="1538594"/>
        <a:ext cx="9792502" cy="430560"/>
      </dsp:txXfrm>
    </dsp:sp>
    <dsp:sp modelId="{1904CDDC-0FA6-410D-8B5C-1D67BD03922A}">
      <dsp:nvSpPr>
        <dsp:cNvPr id="0" name=""/>
        <dsp:cNvSpPr/>
      </dsp:nvSpPr>
      <dsp:spPr>
        <a:xfrm>
          <a:off x="0" y="1969155"/>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Denied evacuation mandates longer care in place with less resources</a:t>
          </a:r>
        </a:p>
      </dsp:txBody>
      <dsp:txXfrm>
        <a:off x="30442" y="1999597"/>
        <a:ext cx="9731618" cy="562726"/>
      </dsp:txXfrm>
    </dsp:sp>
    <dsp:sp modelId="{95B2BF05-2F6F-477D-BC69-222A470A44CA}">
      <dsp:nvSpPr>
        <dsp:cNvPr id="0" name=""/>
        <dsp:cNvSpPr/>
      </dsp:nvSpPr>
      <dsp:spPr>
        <a:xfrm>
          <a:off x="0" y="2667645"/>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Blood as leading finite asset</a:t>
          </a:r>
        </a:p>
      </dsp:txBody>
      <dsp:txXfrm>
        <a:off x="30442" y="2698087"/>
        <a:ext cx="9731618" cy="562726"/>
      </dsp:txXfrm>
    </dsp:sp>
    <dsp:sp modelId="{AFCCF9BC-BD46-499B-A7D0-E9163355C905}">
      <dsp:nvSpPr>
        <dsp:cNvPr id="0" name=""/>
        <dsp:cNvSpPr/>
      </dsp:nvSpPr>
      <dsp:spPr>
        <a:xfrm>
          <a:off x="0" y="3366135"/>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Drones impair the discernment of the frontline and the rear</a:t>
          </a:r>
        </a:p>
      </dsp:txBody>
      <dsp:txXfrm>
        <a:off x="30442" y="3396577"/>
        <a:ext cx="9731618" cy="562726"/>
      </dsp:txXfrm>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602D767-A7AD-2A4D-8EE9-3EE579528567}" type="datetimeFigureOut">
              <a:rPr lang="en-US" smtClean="0"/>
              <a:t>6/9/2026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ECC96D7-0221-AE4D-ADA6-DA9CF5969364}" type="slidenum">
              <a:rPr lang="en-US" smtClean="0"/>
              <a:t>‹#›</a:t>
            </a:fld>
            <a:endParaRPr lang="en-US"/>
          </a:p>
        </p:txBody>
      </p:sp>
    </p:spTree>
    <p:extLst>
      <p:ext uri="{BB962C8B-B14F-4D97-AF65-F5344CB8AC3E}">
        <p14:creationId xmlns:p14="http://schemas.microsoft.com/office/powerpoint/2010/main" val="484171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(≈15 sec): The views I share today are my own and do not represent the Department of the Navy, the Department of Defense, or the U.S. Government.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Marines don't improvise risk — doctrine says anticipate and manage it by planning, and push the decision to the level with authority and context. CSC is deliberate ORM applied to medical degradation: it does the deliberate risk work in advance so the bedside decision, under time pressure, is already framed, bounded, and pre-authorized.
That ethos is a direct design input to the Medical Cross-Functional Team I lead. The reframe for this room: in austere conditions you can't hold all six aims at once — the six aims you defined become levers, and CSC is how you decide, at the right level and in advance, which you pull and which you protect.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is essential but narrow — it allocates clinical attention among the casualties in front of you. Reverse triage, expectant management, SALT are tactics inside a system.
In LSCO the system itself degrades — supply outpaced, evacuation interdicted, billets gapped, comms down, blood short — often at once. This is the COVID lesson at higher amplitude: crisis is systemic (space, staff, stuff, standards). LSCO removes the recovering supply chain civilian CSC assumes.
</a:t>
            </a:r>
          </a:p>
          <a:p>
            <a:r>
              <a:rPr lang="en-US" dirty="0"/>
              <a:t>In the DOD I am less concerned about an experienced trauma surgeon’s ability to </a:t>
            </a:r>
            <a:r>
              <a:rPr lang="en-US" dirty="0" err="1"/>
              <a:t>inact</a:t>
            </a:r>
            <a:r>
              <a:rPr lang="en-US" dirty="0"/>
              <a:t> their mental model.  I am far more concerned as a medical leader about the moral injury that junior clinicians and other medical professionals and support will feel when unable to help.</a:t>
            </a:r>
          </a:p>
          <a:p>
            <a:r>
              <a:rPr lang="en-US" dirty="0"/>
              <a:t>
'The question isn't whether to revisit triage — it's what framework triage decisions sit inside.'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Oldjoint</a:t>
            </a:r>
            <a:r>
              <a:rPr lang="en-US" dirty="0"/>
              <a:t> planner's communications construct: Primary, Alternate, Contingency, Emergency, how we already pre-build redundancy. I'm extending that vocabulary to medical capability.
It maps cleanly onto your conventional–contingency–crisis taxonomy and onto how JTS already writes its CPGs — acceptable, good, better, best — and those four tiers line up one-to-one with the four PACE states. The framework activates existing doctrine rather than competing with it.
Mechanism: degradation triggers on the left, recovery on the right — pre-briefed, bidirectional, tied to operational reality (Class VIII, evac, MASCAL, comms). Payoff: each state is one synchronized mental model, and the pre-authorized transition moves the decision off the bedside. Your tiers describe the system state; PACE adds the pre-built triggers and the recovery path civilian frameworks tend to under-specify.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synchronized mental model is the single most transferable idea here. Read any column top to bottom: in a given PACE state, provider, command, logistics, and higher echelon are all working from the same picture at the same time.
it removes the burden of any one person holding the whole situation alone it also closes the legitimacy gap: what the clinician does at the bedside is exactly what the commander has authorized. The decision is shared and pre-sanctioned, not improvised and defended after the fact.
Civilian analog: the gap between a triage officer's call and the institution's stated policy — regional load-balancing, a MOCC making allocation decisions. The swimlane is a template for collapsing those into one 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watch it run. A Role 2 Light in an EABO posture over 96 hours: PRIMARY → ALTERNATE → CONTINGENCY → back to ALTERNATE → PRIMARY.
Walk the beats: T+18 interdiction slips resupply past 24h (trigger). T+24 pre-briefed substitution — LTOWB for components — and a targeted resupply request. T+36 a MASCAL pushes past throughput (trigger). T+42 CO/CMO activates pre-designated allocation authority; reverse triage engaged. T+60 sustained in CONTINGENCY — QI still tracks against JTS CPGs, and moral burden is contained by pre-briefed authority. T+78 partial corridor restored (recovery), T+90 full recovery and QI review.
The point: every transition is legible — each actor knows why the state changed, what is authorized in it, and what recovery looks like. The recovery path is pre-planned, not improvised.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Civilian CSC quietly assumes a recovering supply chain, intact higher-echelon coordination, and a regulatory scaffold — governor's declaration, EMTALA waivers. Military medicine starts from a posture civilian systems would call catastrophic; austerity is the baseline. And civilian guidance tends to under-specify the recovery path, contested comms, and prolonged constraint.
The alignment is concrete: borrow PACE's pre-built triggers and — critically — its bidirectional recovery; put medical status in a shared common operating picture, your analog being regional load-balancing and MOCCs; pre-authorize at the right level so moral burden is institutional, not individual; and treat CSC as a rehearsed capability, not a binder.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thesis in operational terms: a framework's value is the planning, rehearsal, and synchronized decision-making it enables — not the document. CSC frameworks are starting points, not end-state solutions.
The one ask for this body: as you update CSC, design for the living capability — pre-built triggers, an explicit recovery path, a shared operating picture, pre-authorization at the right level, and rehearsal. Close on the force-readiness line, then thank the Forum and invite discussion.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A0C2F"/>
        </a:solidFill>
        <a:effectLst/>
      </p:bgPr>
    </p:bg>
    <p:spTree>
      <p:nvGrpSpPr>
        <p:cNvPr id="1" name=""/>
        <p:cNvGrpSpPr/>
        <p:nvPr/>
      </p:nvGrpSpPr>
      <p:grpSpPr>
        <a:xfrm>
          <a:off x="0" y="0"/>
          <a:ext cx="0" cy="0"/>
          <a:chOff x="0" y="0"/>
          <a:chExt cx="0" cy="0"/>
        </a:xfrm>
      </p:grpSpPr>
      <p:sp>
        <p:nvSpPr>
          <p:cNvPr id="2" name="Text 0"/>
          <p:cNvSpPr/>
          <p:nvPr/>
        </p:nvSpPr>
        <p:spPr>
          <a:xfrm>
            <a:off x="822960" y="1554480"/>
            <a:ext cx="10515600" cy="1280160"/>
          </a:xfrm>
          <a:prstGeom prst="rect">
            <a:avLst/>
          </a:prstGeom>
          <a:noFill/>
          <a:ln/>
        </p:spPr>
        <p:txBody>
          <a:bodyPr wrap="square" rtlCol="0" anchor="ctr"/>
          <a:lstStyle/>
          <a:p>
            <a:pPr marL="0" indent="0" algn="l">
              <a:buNone/>
            </a:pPr>
            <a:r>
              <a:rPr lang="en-US" sz="4200" b="1" dirty="0">
                <a:solidFill>
                  <a:srgbClr val="FFFFFF"/>
                </a:solidFill>
                <a:latin typeface="Georgia" pitchFamily="34" charset="0"/>
                <a:ea typeface="Georgia" pitchFamily="34" charset="-122"/>
                <a:cs typeface="Georgia" pitchFamily="34" charset="-120"/>
              </a:rPr>
              <a:t>Crisis Standards of Care For Large Scale Combat Operational Planning</a:t>
            </a:r>
            <a:endParaRPr lang="en-US" sz="4200" dirty="0"/>
          </a:p>
        </p:txBody>
      </p:sp>
      <p:sp>
        <p:nvSpPr>
          <p:cNvPr id="3" name="Text 1"/>
          <p:cNvSpPr/>
          <p:nvPr/>
        </p:nvSpPr>
        <p:spPr>
          <a:xfrm>
            <a:off x="841248" y="2788920"/>
            <a:ext cx="10058400" cy="640080"/>
          </a:xfrm>
          <a:prstGeom prst="rect">
            <a:avLst/>
          </a:prstGeom>
          <a:noFill/>
          <a:ln/>
        </p:spPr>
        <p:txBody>
          <a:bodyPr wrap="square" rtlCol="0" anchor="ctr"/>
          <a:lstStyle/>
          <a:p>
            <a:pPr marL="0" indent="0" algn="l">
              <a:buNone/>
            </a:pPr>
            <a:r>
              <a:rPr lang="en-US" sz="2200" i="1" dirty="0">
                <a:solidFill>
                  <a:srgbClr val="FFC72C"/>
                </a:solidFill>
                <a:latin typeface="Georgia" pitchFamily="34" charset="0"/>
              </a:rPr>
              <a:t>A Staged Military Planning Framework</a:t>
            </a:r>
            <a:endParaRPr lang="en-US" sz="2200" dirty="0"/>
          </a:p>
        </p:txBody>
      </p:sp>
      <p:sp>
        <p:nvSpPr>
          <p:cNvPr id="4" name="Text 2"/>
          <p:cNvSpPr/>
          <p:nvPr/>
        </p:nvSpPr>
        <p:spPr>
          <a:xfrm>
            <a:off x="841248" y="4937760"/>
            <a:ext cx="10515600" cy="1280160"/>
          </a:xfrm>
          <a:prstGeom prst="rect">
            <a:avLst/>
          </a:prstGeom>
          <a:noFill/>
          <a:ln/>
        </p:spPr>
        <p:txBody>
          <a:bodyPr wrap="square" rtlCol="0" anchor="ctr"/>
          <a:lstStyle/>
          <a:p>
            <a:pPr marL="0" indent="0" algn="l">
              <a:lnSpc>
                <a:spcPct val="125000"/>
              </a:lnSpc>
              <a:buNone/>
            </a:pPr>
            <a:r>
              <a:rPr lang="en-US" sz="1500" b="1" dirty="0">
                <a:solidFill>
                  <a:srgbClr val="FFFFFF"/>
                </a:solidFill>
                <a:latin typeface="Calibri" pitchFamily="34" charset="0"/>
                <a:ea typeface="Calibri" pitchFamily="34" charset="-122"/>
                <a:cs typeface="Calibri" pitchFamily="34" charset="-120"/>
              </a:rPr>
              <a:t>CDR Brian S. Ford, MC, USN</a:t>
            </a:r>
            <a:endParaRPr lang="en-US" sz="1500" dirty="0"/>
          </a:p>
          <a:p>
            <a:pPr marL="0" indent="0" algn="l">
              <a:lnSpc>
                <a:spcPct val="125000"/>
              </a:lnSpc>
              <a:buNone/>
            </a:pPr>
            <a:r>
              <a:rPr lang="en-US" sz="1500" dirty="0">
                <a:solidFill>
                  <a:srgbClr val="F7DAD0"/>
                </a:solidFill>
                <a:latin typeface="Calibri" pitchFamily="34" charset="0"/>
                <a:ea typeface="Calibri" pitchFamily="34" charset="-122"/>
                <a:cs typeface="Calibri" pitchFamily="34" charset="-120"/>
              </a:rPr>
              <a:t>Chief Medical Officer, 1st Medical Battalion, 1st MLG</a:t>
            </a:r>
            <a:endParaRPr lang="en-US" sz="1500" dirty="0"/>
          </a:p>
          <a:p>
            <a:pPr marL="0" indent="0" algn="l">
              <a:lnSpc>
                <a:spcPct val="125000"/>
              </a:lnSpc>
              <a:buNone/>
            </a:pPr>
            <a:r>
              <a:rPr lang="en-US" sz="1500" dirty="0">
                <a:solidFill>
                  <a:srgbClr val="F7DAD0"/>
                </a:solidFill>
                <a:latin typeface="Calibri" pitchFamily="34" charset="0"/>
                <a:ea typeface="Calibri" pitchFamily="34" charset="-122"/>
                <a:cs typeface="Calibri" pitchFamily="34" charset="-120"/>
              </a:rPr>
              <a:t>National Academies MedPrep Forum  ·  Crisis Standards of Care  ·  11 June 2026</a:t>
            </a:r>
            <a:endParaRPr lang="en-US" sz="1500" dirty="0"/>
          </a:p>
        </p:txBody>
      </p:sp>
      <p:sp>
        <p:nvSpPr>
          <p:cNvPr id="5" name="Text 3"/>
          <p:cNvSpPr/>
          <p:nvPr/>
        </p:nvSpPr>
        <p:spPr>
          <a:xfrm>
            <a:off x="841248" y="6263640"/>
            <a:ext cx="10515600" cy="457200"/>
          </a:xfrm>
          <a:prstGeom prst="rect">
            <a:avLst/>
          </a:prstGeom>
          <a:noFill/>
          <a:ln/>
        </p:spPr>
        <p:txBody>
          <a:bodyPr wrap="square" rtlCol="0" anchor="ctr"/>
          <a:lstStyle/>
          <a:p>
            <a:pPr marL="0" indent="0" algn="l">
              <a:buNone/>
            </a:pPr>
            <a:r>
              <a:rPr lang="en-US" sz="1050" i="1" dirty="0">
                <a:solidFill>
                  <a:srgbClr val="F7DAD0"/>
                </a:solidFill>
                <a:latin typeface="Calibri" pitchFamily="34" charset="0"/>
                <a:ea typeface="Calibri" pitchFamily="34" charset="-122"/>
                <a:cs typeface="Calibri" pitchFamily="34" charset="-120"/>
              </a:rPr>
              <a:t>The views expressed are those of the author and do not necessarily reflect the official policy or position of the Department of the Navy, the Department of Defense, or the U.S. Government. Slides designed with </a:t>
            </a:r>
            <a:r>
              <a:rPr lang="en-US" sz="1050" i="1" dirty="0" err="1">
                <a:solidFill>
                  <a:srgbClr val="F7DAD0"/>
                </a:solidFill>
                <a:latin typeface="Calibri" pitchFamily="34" charset="0"/>
                <a:ea typeface="Calibri" pitchFamily="34" charset="-122"/>
                <a:cs typeface="Calibri" pitchFamily="34" charset="-120"/>
              </a:rPr>
              <a:t>Artifical</a:t>
            </a:r>
            <a:r>
              <a:rPr lang="en-US" sz="1050" i="1" dirty="0">
                <a:solidFill>
                  <a:srgbClr val="F7DAD0"/>
                </a:solidFill>
                <a:latin typeface="Calibri" pitchFamily="34" charset="0"/>
                <a:ea typeface="Calibri" pitchFamily="34" charset="-122"/>
                <a:cs typeface="Calibri" pitchFamily="34" charset="-120"/>
              </a:rPr>
              <a:t> Intelligence Resources.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Risk by Design: Operational Risk Management and Crisis Standards of Care</a:t>
            </a:r>
            <a:endParaRPr lang="en-US" sz="3000" dirty="0"/>
          </a:p>
        </p:txBody>
      </p:sp>
      <p:sp>
        <p:nvSpPr>
          <p:cNvPr id="3" name="Text 1"/>
          <p:cNvSpPr/>
          <p:nvPr/>
        </p:nvSpPr>
        <p:spPr>
          <a:xfrm>
            <a:off x="579120" y="5446936"/>
            <a:ext cx="6298532" cy="896112"/>
          </a:xfrm>
          <a:prstGeom prst="rect">
            <a:avLst/>
          </a:prstGeom>
          <a:noFill/>
          <a:ln/>
        </p:spPr>
        <p:txBody>
          <a:bodyPr wrap="square" rtlCol="0" anchor="ctr"/>
          <a:lstStyle/>
          <a:p>
            <a:pPr marL="800100" lvl="1" indent="-342900">
              <a:lnSpc>
                <a:spcPct val="105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Accept no Unnecessary Risk</a:t>
            </a:r>
          </a:p>
          <a:p>
            <a:pPr marL="800100" lvl="1" indent="-342900">
              <a:lnSpc>
                <a:spcPct val="105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Accept risk when benefits </a:t>
            </a:r>
            <a:r>
              <a:rPr lang="en-US" sz="1600" dirty="0" err="1">
                <a:solidFill>
                  <a:srgbClr val="222222"/>
                </a:solidFill>
                <a:latin typeface="Calibri" pitchFamily="34" charset="0"/>
                <a:ea typeface="Calibri" pitchFamily="34" charset="-122"/>
                <a:cs typeface="Calibri" pitchFamily="34" charset="-120"/>
              </a:rPr>
              <a:t>outweight</a:t>
            </a:r>
            <a:r>
              <a:rPr lang="en-US" sz="1600" dirty="0">
                <a:solidFill>
                  <a:srgbClr val="222222"/>
                </a:solidFill>
                <a:latin typeface="Calibri" pitchFamily="34" charset="0"/>
                <a:ea typeface="Calibri" pitchFamily="34" charset="-122"/>
                <a:cs typeface="Calibri" pitchFamily="34" charset="-120"/>
              </a:rPr>
              <a:t> the costs</a:t>
            </a:r>
          </a:p>
          <a:p>
            <a:pPr marL="800100" lvl="1" indent="-342900">
              <a:lnSpc>
                <a:spcPct val="105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make risk decisions at the right level </a:t>
            </a:r>
          </a:p>
          <a:p>
            <a:pPr marL="800100" lvl="1" indent="-342900">
              <a:lnSpc>
                <a:spcPct val="105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anticipate and manage risk by planning.</a:t>
            </a:r>
            <a:endParaRPr lang="en-US" sz="1600" dirty="0"/>
          </a:p>
        </p:txBody>
      </p:sp>
      <p:sp>
        <p:nvSpPr>
          <p:cNvPr id="4" name="Text 2"/>
          <p:cNvSpPr/>
          <p:nvPr/>
        </p:nvSpPr>
        <p:spPr>
          <a:xfrm>
            <a:off x="7315200" y="1325880"/>
            <a:ext cx="4297680" cy="457200"/>
          </a:xfrm>
          <a:prstGeom prst="rect">
            <a:avLst/>
          </a:prstGeom>
          <a:noFill/>
          <a:ln/>
        </p:spPr>
        <p:txBody>
          <a:bodyPr wrap="square" lIns="0" tIns="0" rIns="0" bIns="0" rtlCol="0" anchor="ctr"/>
          <a:lstStyle/>
          <a:p>
            <a:pPr marL="0" indent="0" algn="l">
              <a:buNone/>
            </a:pPr>
            <a:r>
              <a:rPr lang="en-US" sz="1700" b="1" dirty="0">
                <a:solidFill>
                  <a:srgbClr val="8A2433"/>
                </a:solidFill>
                <a:latin typeface="Georgia" pitchFamily="34" charset="0"/>
                <a:ea typeface="Georgia" pitchFamily="34" charset="-122"/>
                <a:cs typeface="Georgia" pitchFamily="34" charset="-120"/>
              </a:rPr>
              <a:t>Quality Expectations</a:t>
            </a:r>
            <a:endParaRPr lang="en-US" sz="1700" dirty="0"/>
          </a:p>
        </p:txBody>
      </p:sp>
      <p:sp>
        <p:nvSpPr>
          <p:cNvPr id="5" name="Shape 3"/>
          <p:cNvSpPr/>
          <p:nvPr/>
        </p:nvSpPr>
        <p:spPr>
          <a:xfrm>
            <a:off x="7315200" y="1874520"/>
            <a:ext cx="4297680" cy="457200"/>
          </a:xfrm>
          <a:prstGeom prst="roundRect">
            <a:avLst>
              <a:gd name="adj" fmla="val 12000"/>
            </a:avLst>
          </a:prstGeom>
          <a:solidFill>
            <a:srgbClr val="1F3A5F"/>
          </a:solidFill>
          <a:ln/>
        </p:spPr>
        <p:txBody>
          <a:bodyPr/>
          <a:lstStyle/>
          <a:p>
            <a:endParaRPr lang="en-US"/>
          </a:p>
        </p:txBody>
      </p:sp>
      <p:sp>
        <p:nvSpPr>
          <p:cNvPr id="6" name="Text 4"/>
          <p:cNvSpPr/>
          <p:nvPr/>
        </p:nvSpPr>
        <p:spPr>
          <a:xfrm>
            <a:off x="7315200" y="1874520"/>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Safe</a:t>
            </a:r>
            <a:endParaRPr lang="en-US" sz="1400" dirty="0"/>
          </a:p>
        </p:txBody>
      </p:sp>
      <p:sp>
        <p:nvSpPr>
          <p:cNvPr id="7" name="Shape 5"/>
          <p:cNvSpPr/>
          <p:nvPr/>
        </p:nvSpPr>
        <p:spPr>
          <a:xfrm>
            <a:off x="7315200" y="2441448"/>
            <a:ext cx="4297680" cy="457200"/>
          </a:xfrm>
          <a:prstGeom prst="roundRect">
            <a:avLst>
              <a:gd name="adj" fmla="val 12000"/>
            </a:avLst>
          </a:prstGeom>
          <a:solidFill>
            <a:srgbClr val="1F3A5F"/>
          </a:solidFill>
          <a:ln/>
        </p:spPr>
        <p:txBody>
          <a:bodyPr/>
          <a:lstStyle/>
          <a:p>
            <a:endParaRPr lang="en-US"/>
          </a:p>
        </p:txBody>
      </p:sp>
      <p:sp>
        <p:nvSpPr>
          <p:cNvPr id="8" name="Text 6"/>
          <p:cNvSpPr/>
          <p:nvPr/>
        </p:nvSpPr>
        <p:spPr>
          <a:xfrm>
            <a:off x="7315200" y="2441448"/>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Timely</a:t>
            </a:r>
            <a:endParaRPr lang="en-US" sz="1400" dirty="0"/>
          </a:p>
        </p:txBody>
      </p:sp>
      <p:sp>
        <p:nvSpPr>
          <p:cNvPr id="9" name="Shape 7"/>
          <p:cNvSpPr/>
          <p:nvPr/>
        </p:nvSpPr>
        <p:spPr>
          <a:xfrm>
            <a:off x="7315200" y="3008376"/>
            <a:ext cx="4297680" cy="457200"/>
          </a:xfrm>
          <a:prstGeom prst="roundRect">
            <a:avLst>
              <a:gd name="adj" fmla="val 12000"/>
            </a:avLst>
          </a:prstGeom>
          <a:solidFill>
            <a:srgbClr val="1F3A5F"/>
          </a:solidFill>
          <a:ln/>
        </p:spPr>
        <p:txBody>
          <a:bodyPr/>
          <a:lstStyle/>
          <a:p>
            <a:endParaRPr lang="en-US"/>
          </a:p>
        </p:txBody>
      </p:sp>
      <p:sp>
        <p:nvSpPr>
          <p:cNvPr id="10" name="Text 8"/>
          <p:cNvSpPr/>
          <p:nvPr/>
        </p:nvSpPr>
        <p:spPr>
          <a:xfrm>
            <a:off x="7315200" y="3008376"/>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Effective</a:t>
            </a:r>
            <a:endParaRPr lang="en-US" sz="1400" dirty="0"/>
          </a:p>
        </p:txBody>
      </p:sp>
      <p:sp>
        <p:nvSpPr>
          <p:cNvPr id="11" name="Shape 9"/>
          <p:cNvSpPr/>
          <p:nvPr/>
        </p:nvSpPr>
        <p:spPr>
          <a:xfrm>
            <a:off x="7315200" y="3575304"/>
            <a:ext cx="4297680" cy="457200"/>
          </a:xfrm>
          <a:prstGeom prst="roundRect">
            <a:avLst>
              <a:gd name="adj" fmla="val 12000"/>
            </a:avLst>
          </a:prstGeom>
          <a:solidFill>
            <a:srgbClr val="1F3A5F"/>
          </a:solidFill>
          <a:ln/>
        </p:spPr>
        <p:txBody>
          <a:bodyPr/>
          <a:lstStyle/>
          <a:p>
            <a:endParaRPr lang="en-US"/>
          </a:p>
        </p:txBody>
      </p:sp>
      <p:sp>
        <p:nvSpPr>
          <p:cNvPr id="12" name="Text 10"/>
          <p:cNvSpPr/>
          <p:nvPr/>
        </p:nvSpPr>
        <p:spPr>
          <a:xfrm>
            <a:off x="7315200" y="3575304"/>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Efficient</a:t>
            </a:r>
            <a:endParaRPr lang="en-US" sz="1400" dirty="0"/>
          </a:p>
        </p:txBody>
      </p:sp>
      <p:sp>
        <p:nvSpPr>
          <p:cNvPr id="13" name="Shape 11"/>
          <p:cNvSpPr/>
          <p:nvPr/>
        </p:nvSpPr>
        <p:spPr>
          <a:xfrm>
            <a:off x="7315200" y="4142232"/>
            <a:ext cx="4297680" cy="457200"/>
          </a:xfrm>
          <a:prstGeom prst="roundRect">
            <a:avLst>
              <a:gd name="adj" fmla="val 12000"/>
            </a:avLst>
          </a:prstGeom>
          <a:solidFill>
            <a:srgbClr val="1F3A5F"/>
          </a:solidFill>
          <a:ln/>
        </p:spPr>
        <p:txBody>
          <a:bodyPr/>
          <a:lstStyle/>
          <a:p>
            <a:endParaRPr lang="en-US"/>
          </a:p>
        </p:txBody>
      </p:sp>
      <p:sp>
        <p:nvSpPr>
          <p:cNvPr id="14" name="Text 12"/>
          <p:cNvSpPr/>
          <p:nvPr/>
        </p:nvSpPr>
        <p:spPr>
          <a:xfrm>
            <a:off x="7315200" y="4142232"/>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Equitable</a:t>
            </a:r>
            <a:endParaRPr lang="en-US" sz="1400" dirty="0"/>
          </a:p>
        </p:txBody>
      </p:sp>
      <p:sp>
        <p:nvSpPr>
          <p:cNvPr id="15" name="Shape 13"/>
          <p:cNvSpPr/>
          <p:nvPr/>
        </p:nvSpPr>
        <p:spPr>
          <a:xfrm>
            <a:off x="7315200" y="4709160"/>
            <a:ext cx="4297680" cy="457200"/>
          </a:xfrm>
          <a:prstGeom prst="roundRect">
            <a:avLst>
              <a:gd name="adj" fmla="val 12000"/>
            </a:avLst>
          </a:prstGeom>
          <a:solidFill>
            <a:srgbClr val="1F3A5F"/>
          </a:solidFill>
          <a:ln/>
        </p:spPr>
        <p:txBody>
          <a:bodyPr/>
          <a:lstStyle/>
          <a:p>
            <a:endParaRPr lang="en-US"/>
          </a:p>
        </p:txBody>
      </p:sp>
      <p:sp>
        <p:nvSpPr>
          <p:cNvPr id="16" name="Text 14"/>
          <p:cNvSpPr/>
          <p:nvPr/>
        </p:nvSpPr>
        <p:spPr>
          <a:xfrm>
            <a:off x="7315200" y="4709160"/>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Patient-centered</a:t>
            </a:r>
            <a:endParaRPr lang="en-US" sz="1400" dirty="0"/>
          </a:p>
        </p:txBody>
      </p:sp>
      <p:sp>
        <p:nvSpPr>
          <p:cNvPr id="17" name="Text 15"/>
          <p:cNvSpPr/>
          <p:nvPr/>
        </p:nvSpPr>
        <p:spPr>
          <a:xfrm>
            <a:off x="7315200" y="5321808"/>
            <a:ext cx="4297680" cy="822960"/>
          </a:xfrm>
          <a:prstGeom prst="rect">
            <a:avLst/>
          </a:prstGeom>
          <a:noFill/>
          <a:ln/>
        </p:spPr>
        <p:txBody>
          <a:bodyPr wrap="square" rtlCol="0" anchor="ctr"/>
          <a:lstStyle/>
          <a:p>
            <a:pPr marL="0" indent="0" algn="l">
              <a:buNone/>
            </a:pPr>
            <a:r>
              <a:rPr lang="en-US" sz="1300" i="1" dirty="0">
                <a:solidFill>
                  <a:srgbClr val="5B6470"/>
                </a:solidFill>
                <a:latin typeface="Calibri" pitchFamily="34" charset="0"/>
                <a:ea typeface="Calibri" pitchFamily="34" charset="-122"/>
                <a:cs typeface="Calibri" pitchFamily="34" charset="-120"/>
              </a:rPr>
              <a:t>In austere care you cannot maximize every aim at once — decide which to flex and which to protect.</a:t>
            </a:r>
            <a:endParaRPr lang="en-US" sz="1300" dirty="0"/>
          </a:p>
        </p:txBody>
      </p:sp>
      <p:graphicFrame>
        <p:nvGraphicFramePr>
          <p:cNvPr id="18" name="Diagram 17">
            <a:extLst>
              <a:ext uri="{FF2B5EF4-FFF2-40B4-BE49-F238E27FC236}">
                <a16:creationId xmlns:a16="http://schemas.microsoft.com/office/drawing/2014/main" id="{E5B8F58A-3AFF-6892-9899-613E71A38B7D}"/>
              </a:ext>
            </a:extLst>
          </p:cNvPr>
          <p:cNvGraphicFramePr/>
          <p:nvPr>
            <p:extLst>
              <p:ext uri="{D42A27DB-BD31-4B8C-83A1-F6EECF244321}">
                <p14:modId xmlns:p14="http://schemas.microsoft.com/office/powerpoint/2010/main" val="2385794440"/>
              </p:ext>
            </p:extLst>
          </p:nvPr>
        </p:nvGraphicFramePr>
        <p:xfrm>
          <a:off x="648368" y="1161288"/>
          <a:ext cx="4591384" cy="36968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Why Triage Alone Can't Carry It</a:t>
            </a:r>
            <a:endParaRPr lang="en-US" sz="3000" dirty="0"/>
          </a:p>
        </p:txBody>
      </p:sp>
      <p:pic>
        <p:nvPicPr>
          <p:cNvPr id="3" name="Image 0" descr="slide3.png"/>
          <p:cNvPicPr>
            <a:picLocks noChangeAspect="1"/>
          </p:cNvPicPr>
          <p:nvPr/>
        </p:nvPicPr>
        <p:blipFill>
          <a:blip r:embed="rId3"/>
          <a:stretch>
            <a:fillRect/>
          </a:stretch>
        </p:blipFill>
        <p:spPr>
          <a:xfrm>
            <a:off x="1242837" y="1035566"/>
            <a:ext cx="10062862" cy="556811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394960" cy="1005840"/>
          </a:xfrm>
          <a:prstGeom prst="rect">
            <a:avLst/>
          </a:prstGeom>
          <a:noFill/>
          <a:ln/>
        </p:spPr>
        <p:txBody>
          <a:bodyPr wrap="square" lIns="0" tIns="0" rIns="0" bIns="0" rtlCol="0" anchor="ctr"/>
          <a:lstStyle/>
          <a:p>
            <a:pPr marL="0" indent="0" algn="l">
              <a:buNone/>
            </a:pPr>
            <a:r>
              <a:rPr lang="en-US" sz="2600" b="1" dirty="0">
                <a:solidFill>
                  <a:srgbClr val="1F3A5F"/>
                </a:solidFill>
                <a:latin typeface="Georgia" pitchFamily="34" charset="0"/>
                <a:ea typeface="Georgia" pitchFamily="34" charset="-122"/>
                <a:cs typeface="Georgia" pitchFamily="34" charset="-120"/>
              </a:rPr>
              <a:t>PACE ↔ Conventional · Contingency · Crisis</a:t>
            </a:r>
            <a:endParaRPr lang="en-US" sz="2600" dirty="0"/>
          </a:p>
        </p:txBody>
      </p:sp>
      <p:graphicFrame>
        <p:nvGraphicFramePr>
          <p:cNvPr id="5" name="Diagram 4">
            <a:extLst>
              <a:ext uri="{FF2B5EF4-FFF2-40B4-BE49-F238E27FC236}">
                <a16:creationId xmlns:a16="http://schemas.microsoft.com/office/drawing/2014/main" id="{A8802A23-0CA7-33E2-A433-FC1CF1D4FC75}"/>
              </a:ext>
            </a:extLst>
          </p:cNvPr>
          <p:cNvGraphicFramePr/>
          <p:nvPr>
            <p:extLst>
              <p:ext uri="{D42A27DB-BD31-4B8C-83A1-F6EECF244321}">
                <p14:modId xmlns:p14="http://schemas.microsoft.com/office/powerpoint/2010/main" val="617582473"/>
              </p:ext>
            </p:extLst>
          </p:nvPr>
        </p:nvGraphicFramePr>
        <p:xfrm>
          <a:off x="548640" y="1645920"/>
          <a:ext cx="5349240" cy="4206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Image 0" descr="slide4.png"/>
          <p:cNvPicPr>
            <a:picLocks noChangeAspect="1"/>
          </p:cNvPicPr>
          <p:nvPr/>
        </p:nvPicPr>
        <p:blipFill>
          <a:blip r:embed="rId8"/>
          <a:stretch>
            <a:fillRect/>
          </a:stretch>
        </p:blipFill>
        <p:spPr>
          <a:xfrm>
            <a:off x="5943600" y="-533400"/>
            <a:ext cx="5855918" cy="792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Synchronized Mental Model</a:t>
            </a:r>
            <a:endParaRPr lang="en-US" sz="3000" dirty="0"/>
          </a:p>
        </p:txBody>
      </p:sp>
      <p:pic>
        <p:nvPicPr>
          <p:cNvPr id="3" name="Image 0" descr="slide5.png"/>
          <p:cNvPicPr>
            <a:picLocks noChangeAspect="1"/>
          </p:cNvPicPr>
          <p:nvPr/>
        </p:nvPicPr>
        <p:blipFill>
          <a:blip r:embed="rId3"/>
          <a:stretch>
            <a:fillRect/>
          </a:stretch>
        </p:blipFill>
        <p:spPr>
          <a:xfrm>
            <a:off x="784242" y="1100889"/>
            <a:ext cx="10195056" cy="56072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Worked Vignette — A 96-Hour Scenario</a:t>
            </a:r>
            <a:endParaRPr lang="en-US" sz="3000" dirty="0"/>
          </a:p>
        </p:txBody>
      </p:sp>
      <p:pic>
        <p:nvPicPr>
          <p:cNvPr id="3" name="Image 0" descr="slide6.png"/>
          <p:cNvPicPr>
            <a:picLocks noChangeAspect="1"/>
          </p:cNvPicPr>
          <p:nvPr/>
        </p:nvPicPr>
        <p:blipFill>
          <a:blip r:embed="rId3"/>
          <a:stretch>
            <a:fillRect/>
          </a:stretch>
        </p:blipFill>
        <p:spPr>
          <a:xfrm>
            <a:off x="1065276" y="1417320"/>
            <a:ext cx="10058400" cy="5029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6B4640AF-13F2-BE4E-69B9-1FF4FE6162C2}"/>
              </a:ext>
            </a:extLst>
          </p:cNvPr>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Crisis Standards of Care Lessons Learned: Great Power Competition</a:t>
            </a:r>
            <a:endParaRPr lang="en-US" sz="3000" dirty="0"/>
          </a:p>
        </p:txBody>
      </p:sp>
      <p:graphicFrame>
        <p:nvGraphicFramePr>
          <p:cNvPr id="9" name="Diagram 8">
            <a:extLst>
              <a:ext uri="{FF2B5EF4-FFF2-40B4-BE49-F238E27FC236}">
                <a16:creationId xmlns:a16="http://schemas.microsoft.com/office/drawing/2014/main" id="{134A5DE3-1140-6096-45E1-ED5FD3ED79BB}"/>
              </a:ext>
            </a:extLst>
          </p:cNvPr>
          <p:cNvGraphicFramePr/>
          <p:nvPr>
            <p:extLst>
              <p:ext uri="{D42A27DB-BD31-4B8C-83A1-F6EECF244321}">
                <p14:modId xmlns:p14="http://schemas.microsoft.com/office/powerpoint/2010/main" val="959594525"/>
              </p:ext>
            </p:extLst>
          </p:nvPr>
        </p:nvGraphicFramePr>
        <p:xfrm>
          <a:off x="548640" y="1645920"/>
          <a:ext cx="9792502"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1588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Where Civilian CSC Strains — and Where We Align</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4105578998"/>
              </p:ext>
            </p:extLst>
          </p:nvPr>
        </p:nvGraphicFramePr>
        <p:xfrm>
          <a:off x="603504" y="1463040"/>
          <a:ext cx="10972800" cy="4114800"/>
        </p:xfrm>
        <a:graphic>
          <a:graphicData uri="http://schemas.openxmlformats.org/drawingml/2006/table">
            <a:tbl>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548640">
                <a:tc>
                  <a:txBody>
                    <a:bodyPr/>
                    <a:lstStyle/>
                    <a:p>
                      <a:pPr marL="0" indent="0" algn="ctr">
                        <a:buNone/>
                      </a:pPr>
                      <a:r>
                        <a:rPr lang="en-US" sz="1600" b="1" dirty="0">
                          <a:solidFill>
                            <a:srgbClr val="FFFFFF"/>
                          </a:solidFill>
                          <a:latin typeface="Georgia" pitchFamily="34" charset="0"/>
                          <a:ea typeface="Georgia" pitchFamily="34" charset="-122"/>
                          <a:cs typeface="Georgia" pitchFamily="34" charset="-120"/>
                        </a:rPr>
                        <a:t>Where civilian CSC strains under LSCO</a:t>
                      </a:r>
                      <a:endParaRPr lang="en-US" sz="1600" dirty="0">
                        <a:latin typeface="Georgia" charset="0"/>
                        <a:ea typeface="Georgia" charset="0"/>
                        <a:cs typeface="Georgia"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8A2433"/>
                    </a:solidFill>
                  </a:tcPr>
                </a:tc>
                <a:tc>
                  <a:txBody>
                    <a:bodyPr/>
                    <a:lstStyle/>
                    <a:p>
                      <a:pPr marL="0" indent="0" algn="ctr">
                        <a:buNone/>
                      </a:pPr>
                      <a:r>
                        <a:rPr lang="en-US" sz="1600" b="1" dirty="0">
                          <a:solidFill>
                            <a:srgbClr val="FFFFFF"/>
                          </a:solidFill>
                          <a:latin typeface="Georgia" pitchFamily="34" charset="0"/>
                          <a:ea typeface="Georgia" pitchFamily="34" charset="-122"/>
                          <a:cs typeface="Georgia" pitchFamily="34" charset="-120"/>
                        </a:rPr>
                        <a:t>What military planning offers</a:t>
                      </a:r>
                      <a:endParaRPr lang="en-US" sz="1600" dirty="0">
                        <a:latin typeface="Georgia" charset="0"/>
                        <a:ea typeface="Georgia" charset="0"/>
                        <a:cs typeface="Georgia"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8C6A12"/>
                    </a:solidFill>
                  </a:tcPr>
                </a:tc>
                <a:extLst>
                  <a:ext uri="{0D108BD9-81ED-4DB2-BD59-A6C34878D82A}">
                    <a16:rowId xmlns:a16="http://schemas.microsoft.com/office/drawing/2014/main" val="10000"/>
                  </a:ext>
                </a:extLst>
              </a:tr>
              <a:tr h="868680">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Assumes a recovering supply chain.</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F2"/>
                    </a:solidFill>
                  </a:tcPr>
                </a:tc>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Pre-built triggers with bidirectional recovery paths.</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4E6"/>
                    </a:solidFill>
                  </a:tcPr>
                </a:tc>
                <a:extLst>
                  <a:ext uri="{0D108BD9-81ED-4DB2-BD59-A6C34878D82A}">
                    <a16:rowId xmlns:a16="http://schemas.microsoft.com/office/drawing/2014/main" val="10001"/>
                  </a:ext>
                </a:extLst>
              </a:tr>
              <a:tr h="960120">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Assumes intact higher-echelon coordination and regulatory scaffolding (declarations, waivers).</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F2"/>
                    </a:solidFill>
                  </a:tcPr>
                </a:tc>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Shared status in a common operating picture — regional load-balancing and communications to higher headquarters</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4E6"/>
                    </a:solidFill>
                  </a:tcPr>
                </a:tc>
                <a:extLst>
                  <a:ext uri="{0D108BD9-81ED-4DB2-BD59-A6C34878D82A}">
                    <a16:rowId xmlns:a16="http://schemas.microsoft.com/office/drawing/2014/main" val="10002"/>
                  </a:ext>
                </a:extLst>
              </a:tr>
              <a:tr h="914400">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Under-specifies recovery, contested comms, and prolonged resource constraint.</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F2"/>
                    </a:solidFill>
                  </a:tcPr>
                </a:tc>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Pre-authorization at the right level — moral burden becomes institutional.</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4E6"/>
                    </a:solidFill>
                  </a:tcPr>
                </a:tc>
                <a:extLst>
                  <a:ext uri="{0D108BD9-81ED-4DB2-BD59-A6C34878D82A}">
                    <a16:rowId xmlns:a16="http://schemas.microsoft.com/office/drawing/2014/main" val="10003"/>
                  </a:ext>
                </a:extLst>
              </a:tr>
              <a:tr h="822960">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Austerity treated as the crisis, not the baseline.</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F2"/>
                    </a:solidFill>
                  </a:tcPr>
                </a:tc>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Treat CSC as a rehearsed capability, not a document on a shelf.</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4E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4223D"/>
        </a:solidFill>
        <a:effectLst/>
      </p:bgPr>
    </p:bg>
    <p:spTree>
      <p:nvGrpSpPr>
        <p:cNvPr id="1" name=""/>
        <p:cNvGrpSpPr/>
        <p:nvPr/>
      </p:nvGrpSpPr>
      <p:grpSpPr>
        <a:xfrm>
          <a:off x="0" y="0"/>
          <a:ext cx="0" cy="0"/>
          <a:chOff x="0" y="0"/>
          <a:chExt cx="0" cy="0"/>
        </a:xfrm>
      </p:grpSpPr>
      <p:sp>
        <p:nvSpPr>
          <p:cNvPr id="2" name="Text 0"/>
          <p:cNvSpPr/>
          <p:nvPr/>
        </p:nvSpPr>
        <p:spPr>
          <a:xfrm>
            <a:off x="822960" y="1371600"/>
            <a:ext cx="10515600" cy="1188720"/>
          </a:xfrm>
          <a:prstGeom prst="rect">
            <a:avLst/>
          </a:prstGeom>
          <a:noFill/>
          <a:ln/>
        </p:spPr>
        <p:txBody>
          <a:bodyPr wrap="square" rtlCol="0" anchor="ctr"/>
          <a:lstStyle/>
          <a:p>
            <a:pPr marL="0" indent="0" algn="l">
              <a:buNone/>
            </a:pPr>
            <a:r>
              <a:rPr lang="en-US" sz="3400" b="1" dirty="0">
                <a:solidFill>
                  <a:srgbClr val="FFFFFF"/>
                </a:solidFill>
                <a:latin typeface="Georgia" pitchFamily="34" charset="0"/>
                <a:ea typeface="Georgia" pitchFamily="34" charset="-122"/>
                <a:cs typeface="Georgia" pitchFamily="34" charset="-120"/>
              </a:rPr>
              <a:t>Frameworks Are Scaffolding, Not Playbooks</a:t>
            </a:r>
            <a:endParaRPr lang="en-US" sz="3400" dirty="0"/>
          </a:p>
        </p:txBody>
      </p:sp>
      <p:sp>
        <p:nvSpPr>
          <p:cNvPr id="3" name="Text 1"/>
          <p:cNvSpPr/>
          <p:nvPr/>
        </p:nvSpPr>
        <p:spPr>
          <a:xfrm>
            <a:off x="841248" y="2743200"/>
            <a:ext cx="10241280" cy="1280160"/>
          </a:xfrm>
          <a:prstGeom prst="rect">
            <a:avLst/>
          </a:prstGeom>
          <a:noFill/>
          <a:ln/>
        </p:spPr>
        <p:txBody>
          <a:bodyPr wrap="square" rtlCol="0" anchor="ctr"/>
          <a:lstStyle/>
          <a:p>
            <a:pPr marL="0" indent="0" algn="l">
              <a:lnSpc>
                <a:spcPct val="120000"/>
              </a:lnSpc>
              <a:buNone/>
            </a:pPr>
            <a:r>
              <a:rPr lang="en-US" sz="1900" dirty="0">
                <a:solidFill>
                  <a:srgbClr val="C9D3E0"/>
                </a:solidFill>
                <a:latin typeface="Calibri" pitchFamily="34" charset="0"/>
                <a:ea typeface="Calibri" pitchFamily="34" charset="-122"/>
                <a:cs typeface="Calibri" pitchFamily="34" charset="-120"/>
              </a:rPr>
              <a:t>Treat CSC as a living, rehearsed capability — invest in indicators / sensing and communicate triggers, recovery, a shared operating picture, pre-authorization, and rehearsal before first contact.</a:t>
            </a:r>
            <a:endParaRPr lang="en-US" sz="1900" dirty="0"/>
          </a:p>
        </p:txBody>
      </p:sp>
      <p:sp>
        <p:nvSpPr>
          <p:cNvPr id="4" name="Text 2"/>
          <p:cNvSpPr/>
          <p:nvPr/>
        </p:nvSpPr>
        <p:spPr>
          <a:xfrm>
            <a:off x="841248" y="4389120"/>
            <a:ext cx="10241280" cy="1280160"/>
          </a:xfrm>
          <a:prstGeom prst="rect">
            <a:avLst/>
          </a:prstGeom>
          <a:noFill/>
          <a:ln/>
        </p:spPr>
        <p:txBody>
          <a:bodyPr wrap="square" rtlCol="0" anchor="ctr"/>
          <a:lstStyle/>
          <a:p>
            <a:pPr marL="0" indent="0" algn="l">
              <a:lnSpc>
                <a:spcPct val="120000"/>
              </a:lnSpc>
              <a:buNone/>
            </a:pPr>
            <a:r>
              <a:rPr lang="en-US" sz="1800" i="1" dirty="0">
                <a:solidFill>
                  <a:srgbClr val="C9A227"/>
                </a:solidFill>
                <a:latin typeface="Georgia" pitchFamily="34" charset="0"/>
                <a:ea typeface="Georgia" pitchFamily="34" charset="-122"/>
                <a:cs typeface="Georgia" pitchFamily="34" charset="-120"/>
              </a:rPr>
              <a:t>Hypothesis for field testing: A unit that has rehearsed PACE-mapped CSC before first contact will allocate, substitute, and recover better — and bring its people home with less moral injury.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TotalTime>
  <Words>1500</Words>
  <Application>Microsoft Office PowerPoint</Application>
  <PresentationFormat>Widescreen</PresentationFormat>
  <Paragraphs>71</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 Standards of Care as Scaffolding</dc:title>
  <dc:subject>PptxGenJS Presentation</dc:subject>
  <dc:creator>CDR Brian S. Ford, MC, USN</dc:creator>
  <cp:lastModifiedBy>Brian Ford</cp:lastModifiedBy>
  <cp:revision>2</cp:revision>
  <dcterms:created xsi:type="dcterms:W3CDTF">2026-06-07T02:09:18Z</dcterms:created>
  <dcterms:modified xsi:type="dcterms:W3CDTF">2026-06-10T00:56:23Z</dcterms:modified>
</cp:coreProperties>
</file>